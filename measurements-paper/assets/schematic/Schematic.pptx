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5" r:id="rId9"/>
    <p:sldId id="267" r:id="rId10"/>
    <p:sldId id="263" r:id="rId11"/>
    <p:sldId id="264" r:id="rId12"/>
    <p:sldId id="266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9300"/>
    <a:srgbClr val="C25832"/>
    <a:srgbClr val="833C22"/>
    <a:srgbClr val="76B4C5"/>
    <a:srgbClr val="D27D41"/>
    <a:srgbClr val="E28644"/>
    <a:srgbClr val="ABDBE4"/>
    <a:srgbClr val="EBB675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634"/>
    <p:restoredTop sz="94647"/>
  </p:normalViewPr>
  <p:slideViewPr>
    <p:cSldViewPr snapToGrid="0">
      <p:cViewPr>
        <p:scale>
          <a:sx n="208" d="100"/>
          <a:sy n="208" d="100"/>
        </p:scale>
        <p:origin x="-1760" y="-2088"/>
      </p:cViewPr>
      <p:guideLst/>
    </p:cSldViewPr>
  </p:slideViewPr>
  <p:notesTextViewPr>
    <p:cViewPr>
      <p:scale>
        <a:sx n="20" d="100"/>
        <a:sy n="2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7B5EA5-61DF-284A-8093-016C209C34EC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26CE98-CF88-E545-BE5D-3C9BC4ACFDC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30277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6CE98-CF88-E545-BE5D-3C9BC4ACFDC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948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52A54D-C474-D2F1-431D-7A4062DA8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F5FD0F4-D1D5-E8A5-0256-732C18A85B2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780FFFA-9A47-B3E2-9CBD-3D225F17189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541F57-A602-A7C0-5E14-1B1D9F7E640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6CE98-CF88-E545-BE5D-3C9BC4ACFDC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024057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8163B-15A1-6E11-5A26-94673BAD7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A79B6C-2F43-C669-68E1-CFE94636E7A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9AB063-AB7C-50A5-09B6-D0C67FF64C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9F9475F-71F8-9FC4-0417-3F1926983CE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6CE98-CF88-E545-BE5D-3C9BC4ACFDC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76950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726CE98-CF88-E545-BE5D-3C9BC4ACFDC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57239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06675B-CB17-3F86-62A2-CD9FDAC1B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CC2DA68-9665-EACB-F10F-96660829466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9EAA01-C7E3-4798-93E6-176CDE2865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806C93-18FA-7286-066E-43D2285AE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E29EC-92CF-2280-E8E8-6C66A80A7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38236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68CDEF-0EE3-3209-828F-EAE6DE7B34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C37C78-858F-FE4C-5A00-906AC9A00B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C47612-C32A-D936-0071-809521B9E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B0CBD4-26C5-CF1B-214C-686F1EF4AC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1A2E38-CCFE-5470-224D-804B679B23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48108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312F61-9EA6-3A4F-7199-4B9180ABD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B07892-8A7E-A62E-939E-7CAC302564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5585C3-EFBA-330E-BB3E-DDB066BB05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057AD2-F9CF-280B-6CBB-4BD9A4CA44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FACEDC-E141-DDE5-074D-69DF2ADB2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355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EA912-592C-175F-939E-04DA9E595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D03698-F84F-36A0-978B-248372E3F4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A8F1C7C-B2F3-14CA-02EB-8958257700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7106DB-8755-5C65-C842-A68842D82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9BB37-3953-8979-957C-C10204515D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F22374-E1FD-5497-D07B-DB73DAC50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9723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43F98-0127-A89B-9159-1957C04FF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A7C9A-95E0-D41E-5077-CA9F65AF9B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549782A-1E1E-DF08-8630-A3C685B091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60AFDDE-F078-7A3E-E67B-6C53BD3519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3977AC-005F-312C-BF45-1A6334433B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22D3C0-214A-28F9-A135-F991E3C7B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9F99C52-2E57-A3EC-B8AF-CCAAC3962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02D8829-491B-7A17-8666-5DF5FFD8D6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9006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C915AB-996F-55EE-0547-26023AF12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E2D1ED-9562-5195-39A2-DC4D694C4E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461F72-6F37-59A9-F866-E793CB08F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7C93C8-AD49-B81C-4A0D-62854A2283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9044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FFFB01F-23EB-3FC0-A0BA-DB26A70F2A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A667A6A-B694-7F85-609F-804AA93D49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CCDF03-F28E-CD2B-7F28-324322403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71248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02C75-F99A-EAD5-540A-4F5D91C880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9E379D-B36C-F4C0-6BB1-3CC2852FE2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D0B2227-9406-CD21-CBC5-DBBB102079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95B1FE3-B787-5865-37EB-4857473BA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DB9316-574F-0F47-8765-B86257B572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AFF4174-16F7-B85E-2B74-E04DEC7A6F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34401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4D86B-0A44-C9C3-B69F-C4E8FD3D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0195B71-4611-F188-C3A7-CAB52E084BB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B449F6-AC44-9DB6-DAEF-C7248F286A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B48805-722C-8052-5C78-B79D8ACC2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A146BE5-85B0-1D25-A042-898AE54050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218C9-ECBA-B033-4F98-C8EA498D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70190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A27171-D32B-A7E5-A87E-783F7BDB01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B7D4C-C163-8FB5-5AFC-BB5D8217B6C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7055C3-6606-17B4-AE92-9BFC13E50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B19457-F543-E69F-6191-768233B2C6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9C700C-344B-F58A-ACA7-2D293253FF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7947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0A37771-4A3E-A674-D363-6D9604AEEA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BA4706-8CC5-EA74-4861-1B90B5AB3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01E77C-A590-8CCB-89A2-DEC1C1C4C5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16F80-DB9D-71B8-5DAB-44224ECE8C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9DA0B2-4C61-0043-885C-CA38125F04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42402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4ABF31-8C0D-3444-8751-2D7A1296C3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3DE401-743C-1759-7292-356DE91077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265FC5-DFEA-9157-5CA9-509C6DDC67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42B79F-E6DC-E24C-A1F1-903E448C5CA7}" type="datetimeFigureOut">
              <a:rPr lang="en-US" smtClean="0"/>
              <a:t>7/24/26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36A38-F8F9-686C-C4CD-A9A325D0BA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DA52A8-C2EE-D513-7153-33CDE90D50F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D7CFE8F-C8C9-1248-9406-C7E567D2782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5463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.png"/><Relationship Id="rId13" Type="http://schemas.openxmlformats.org/officeDocument/2006/relationships/image" Target="../media/image16.png"/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12" Type="http://schemas.openxmlformats.org/officeDocument/2006/relationships/image" Target="../media/image15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14.png"/><Relationship Id="rId5" Type="http://schemas.openxmlformats.org/officeDocument/2006/relationships/image" Target="../media/image8.png"/><Relationship Id="rId10" Type="http://schemas.openxmlformats.org/officeDocument/2006/relationships/image" Target="../media/image13.png"/><Relationship Id="rId4" Type="http://schemas.openxmlformats.org/officeDocument/2006/relationships/image" Target="../media/image7.png"/><Relationship Id="rId9" Type="http://schemas.openxmlformats.org/officeDocument/2006/relationships/image" Target="../media/image12.png"/><Relationship Id="rId1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13" Type="http://schemas.openxmlformats.org/officeDocument/2006/relationships/image" Target="../media/image28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12" Type="http://schemas.openxmlformats.org/officeDocument/2006/relationships/image" Target="../media/image2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Relationship Id="rId14" Type="http://schemas.openxmlformats.org/officeDocument/2006/relationships/image" Target="../media/image29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5.png"/><Relationship Id="rId13" Type="http://schemas.openxmlformats.org/officeDocument/2006/relationships/image" Target="../media/image40.png"/><Relationship Id="rId18" Type="http://schemas.openxmlformats.org/officeDocument/2006/relationships/image" Target="../media/image45.png"/><Relationship Id="rId3" Type="http://schemas.openxmlformats.org/officeDocument/2006/relationships/image" Target="../media/image31.png"/><Relationship Id="rId7" Type="http://schemas.openxmlformats.org/officeDocument/2006/relationships/image" Target="../media/image34.png"/><Relationship Id="rId12" Type="http://schemas.openxmlformats.org/officeDocument/2006/relationships/image" Target="../media/image39.png"/><Relationship Id="rId17" Type="http://schemas.openxmlformats.org/officeDocument/2006/relationships/image" Target="../media/image44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4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11" Type="http://schemas.openxmlformats.org/officeDocument/2006/relationships/image" Target="../media/image38.png"/><Relationship Id="rId5" Type="http://schemas.openxmlformats.org/officeDocument/2006/relationships/image" Target="../media/image32.png"/><Relationship Id="rId15" Type="http://schemas.openxmlformats.org/officeDocument/2006/relationships/image" Target="../media/image42.png"/><Relationship Id="rId10" Type="http://schemas.openxmlformats.org/officeDocument/2006/relationships/image" Target="../media/image37.png"/><Relationship Id="rId4" Type="http://schemas.microsoft.com/office/2007/relationships/hdphoto" Target="../media/hdphoto1.wdp"/><Relationship Id="rId9" Type="http://schemas.openxmlformats.org/officeDocument/2006/relationships/image" Target="../media/image36.png"/><Relationship Id="rId14" Type="http://schemas.openxmlformats.org/officeDocument/2006/relationships/image" Target="../media/image4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9.png"/><Relationship Id="rId3" Type="http://schemas.openxmlformats.org/officeDocument/2006/relationships/image" Target="../media/image3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7.png"/><Relationship Id="rId5" Type="http://schemas.openxmlformats.org/officeDocument/2006/relationships/image" Target="../media/image46.png"/><Relationship Id="rId4" Type="http://schemas.microsoft.com/office/2007/relationships/hdphoto" Target="../media/hdphoto1.wdp"/><Relationship Id="rId9" Type="http://schemas.openxmlformats.org/officeDocument/2006/relationships/image" Target="../media/image50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3.png"/><Relationship Id="rId3" Type="http://schemas.openxmlformats.org/officeDocument/2006/relationships/image" Target="../media/image31.png"/><Relationship Id="rId7" Type="http://schemas.openxmlformats.org/officeDocument/2006/relationships/image" Target="../media/image4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20.png"/><Relationship Id="rId3" Type="http://schemas.openxmlformats.org/officeDocument/2006/relationships/image" Target="../media/image470.png"/><Relationship Id="rId7" Type="http://schemas.openxmlformats.org/officeDocument/2006/relationships/image" Target="../media/image510.png"/><Relationship Id="rId12" Type="http://schemas.openxmlformats.org/officeDocument/2006/relationships/image" Target="../media/image56.png"/><Relationship Id="rId2" Type="http://schemas.openxmlformats.org/officeDocument/2006/relationships/image" Target="../media/image46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0.png"/><Relationship Id="rId11" Type="http://schemas.openxmlformats.org/officeDocument/2006/relationships/image" Target="../media/image55.png"/><Relationship Id="rId5" Type="http://schemas.openxmlformats.org/officeDocument/2006/relationships/image" Target="../media/image490.png"/><Relationship Id="rId10" Type="http://schemas.openxmlformats.org/officeDocument/2006/relationships/image" Target="../media/image54.png"/><Relationship Id="rId4" Type="http://schemas.openxmlformats.org/officeDocument/2006/relationships/image" Target="../media/image480.png"/><Relationship Id="rId9" Type="http://schemas.openxmlformats.org/officeDocument/2006/relationships/image" Target="../media/image53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1.png"/><Relationship Id="rId3" Type="http://schemas.openxmlformats.org/officeDocument/2006/relationships/image" Target="../media/image58.png"/><Relationship Id="rId7" Type="http://schemas.openxmlformats.org/officeDocument/2006/relationships/image" Target="../media/image60.png"/><Relationship Id="rId12" Type="http://schemas.openxmlformats.org/officeDocument/2006/relationships/image" Target="../media/image65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11" Type="http://schemas.openxmlformats.org/officeDocument/2006/relationships/image" Target="../media/image64.png"/><Relationship Id="rId5" Type="http://schemas.openxmlformats.org/officeDocument/2006/relationships/image" Target="../media/image490.png"/><Relationship Id="rId10" Type="http://schemas.openxmlformats.org/officeDocument/2006/relationships/image" Target="../media/image63.png"/><Relationship Id="rId4" Type="http://schemas.openxmlformats.org/officeDocument/2006/relationships/image" Target="../media/image480.png"/><Relationship Id="rId9" Type="http://schemas.openxmlformats.org/officeDocument/2006/relationships/image" Target="../media/image62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2.png"/><Relationship Id="rId3" Type="http://schemas.openxmlformats.org/officeDocument/2006/relationships/image" Target="../media/image67.png"/><Relationship Id="rId7" Type="http://schemas.openxmlformats.org/officeDocument/2006/relationships/image" Target="../media/image71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0.png"/><Relationship Id="rId11" Type="http://schemas.openxmlformats.org/officeDocument/2006/relationships/image" Target="../media/image75.png"/><Relationship Id="rId5" Type="http://schemas.openxmlformats.org/officeDocument/2006/relationships/image" Target="../media/image69.png"/><Relationship Id="rId10" Type="http://schemas.openxmlformats.org/officeDocument/2006/relationships/image" Target="../media/image74.png"/><Relationship Id="rId4" Type="http://schemas.openxmlformats.org/officeDocument/2006/relationships/image" Target="../media/image68.png"/><Relationship Id="rId9" Type="http://schemas.openxmlformats.org/officeDocument/2006/relationships/image" Target="../media/image73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67.png"/><Relationship Id="rId7" Type="http://schemas.openxmlformats.org/officeDocument/2006/relationships/image" Target="../media/image79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8.png"/><Relationship Id="rId11" Type="http://schemas.openxmlformats.org/officeDocument/2006/relationships/image" Target="../media/image83.png"/><Relationship Id="rId5" Type="http://schemas.openxmlformats.org/officeDocument/2006/relationships/image" Target="../media/image77.png"/><Relationship Id="rId10" Type="http://schemas.openxmlformats.org/officeDocument/2006/relationships/image" Target="../media/image82.png"/><Relationship Id="rId4" Type="http://schemas.openxmlformats.org/officeDocument/2006/relationships/image" Target="../media/image76.png"/><Relationship Id="rId9" Type="http://schemas.openxmlformats.org/officeDocument/2006/relationships/image" Target="../media/image8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0.png"/><Relationship Id="rId13" Type="http://schemas.microsoft.com/office/2007/relationships/hdphoto" Target="../media/hdphoto2.wdp"/><Relationship Id="rId3" Type="http://schemas.openxmlformats.org/officeDocument/2006/relationships/image" Target="../media/image85.png"/><Relationship Id="rId7" Type="http://schemas.openxmlformats.org/officeDocument/2006/relationships/image" Target="../media/image89.png"/><Relationship Id="rId12" Type="http://schemas.openxmlformats.org/officeDocument/2006/relationships/image" Target="../media/image94.png"/><Relationship Id="rId17" Type="http://schemas.openxmlformats.org/officeDocument/2006/relationships/image" Target="../media/image98.JPG"/><Relationship Id="rId2" Type="http://schemas.openxmlformats.org/officeDocument/2006/relationships/image" Target="../media/image84.png"/><Relationship Id="rId16" Type="http://schemas.openxmlformats.org/officeDocument/2006/relationships/image" Target="../media/image9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8.png"/><Relationship Id="rId11" Type="http://schemas.openxmlformats.org/officeDocument/2006/relationships/image" Target="../media/image93.png"/><Relationship Id="rId5" Type="http://schemas.openxmlformats.org/officeDocument/2006/relationships/image" Target="../media/image87.png"/><Relationship Id="rId15" Type="http://schemas.openxmlformats.org/officeDocument/2006/relationships/image" Target="../media/image96.png"/><Relationship Id="rId10" Type="http://schemas.openxmlformats.org/officeDocument/2006/relationships/image" Target="../media/image92.png"/><Relationship Id="rId4" Type="http://schemas.openxmlformats.org/officeDocument/2006/relationships/image" Target="../media/image86.png"/><Relationship Id="rId9" Type="http://schemas.openxmlformats.org/officeDocument/2006/relationships/image" Target="../media/image91.png"/><Relationship Id="rId14" Type="http://schemas.openxmlformats.org/officeDocument/2006/relationships/image" Target="../media/image95.png"/></Relationships>
</file>

<file path=ppt/slides/_rels/slide1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7" Type="http://schemas.openxmlformats.org/officeDocument/2006/relationships/image" Target="../media/image103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2.png"/><Relationship Id="rId5" Type="http://schemas.openxmlformats.org/officeDocument/2006/relationships/image" Target="../media/image101.png"/><Relationship Id="rId4" Type="http://schemas.openxmlformats.org/officeDocument/2006/relationships/image" Target="../media/image100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8.png"/><Relationship Id="rId13" Type="http://schemas.openxmlformats.org/officeDocument/2006/relationships/image" Target="../media/image113.png"/><Relationship Id="rId3" Type="http://schemas.openxmlformats.org/officeDocument/2006/relationships/image" Target="../media/image104.png"/><Relationship Id="rId7" Type="http://schemas.openxmlformats.org/officeDocument/2006/relationships/image" Target="../media/image107.png"/><Relationship Id="rId12" Type="http://schemas.openxmlformats.org/officeDocument/2006/relationships/image" Target="../media/image1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6.png"/><Relationship Id="rId11" Type="http://schemas.openxmlformats.org/officeDocument/2006/relationships/image" Target="../media/image111.png"/><Relationship Id="rId5" Type="http://schemas.openxmlformats.org/officeDocument/2006/relationships/image" Target="../media/image105.png"/><Relationship Id="rId10" Type="http://schemas.openxmlformats.org/officeDocument/2006/relationships/image" Target="../media/image110.png"/><Relationship Id="rId4" Type="http://schemas.microsoft.com/office/2007/relationships/hdphoto" Target="../media/hdphoto4.wdp"/><Relationship Id="rId9" Type="http://schemas.openxmlformats.org/officeDocument/2006/relationships/image" Target="../media/image10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D44D98B9-354C-E5E3-73B2-BEE9C6A80D9C}"/>
              </a:ext>
            </a:extLst>
          </p:cNvPr>
          <p:cNvGrpSpPr/>
          <p:nvPr/>
        </p:nvGrpSpPr>
        <p:grpSpPr>
          <a:xfrm>
            <a:off x="340242" y="-138223"/>
            <a:ext cx="9693351" cy="6770378"/>
            <a:chOff x="340242" y="-138223"/>
            <a:chExt cx="9693351" cy="6770378"/>
          </a:xfrm>
        </p:grpSpPr>
        <p:pic>
          <p:nvPicPr>
            <p:cNvPr id="5" name="Picture 4" descr="A pole in a desert&#10;&#10;AI-generated content may be incorrect.">
              <a:extLst>
                <a:ext uri="{FF2B5EF4-FFF2-40B4-BE49-F238E27FC236}">
                  <a16:creationId xmlns:a16="http://schemas.microsoft.com/office/drawing/2014/main" id="{7BAB8049-93CE-91B1-19F3-53D278E0CAF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28981">
              <a:off x="2002605" y="478464"/>
              <a:ext cx="7772400" cy="544928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59FF76-F023-A661-5C05-ABF75CB31143}"/>
                </a:ext>
              </a:extLst>
            </p:cNvPr>
            <p:cNvSpPr/>
            <p:nvPr/>
          </p:nvSpPr>
          <p:spPr>
            <a:xfrm>
              <a:off x="1744810" y="95693"/>
              <a:ext cx="456126" cy="6305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CED8E8E8-ECB0-0770-45E9-46D3BB3C4F3C}"/>
                </a:ext>
              </a:extLst>
            </p:cNvPr>
            <p:cNvSpPr/>
            <p:nvPr/>
          </p:nvSpPr>
          <p:spPr>
            <a:xfrm>
              <a:off x="9577467" y="327048"/>
              <a:ext cx="456126" cy="6305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357FAC91-9454-65FD-559F-4DB5EFAC6F51}"/>
                </a:ext>
              </a:extLst>
            </p:cNvPr>
            <p:cNvSpPr/>
            <p:nvPr/>
          </p:nvSpPr>
          <p:spPr>
            <a:xfrm>
              <a:off x="1897209" y="95693"/>
              <a:ext cx="7820949" cy="624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CA44B10-F079-4665-9D12-21B3D9F6C8B9}"/>
                </a:ext>
              </a:extLst>
            </p:cNvPr>
            <p:cNvSpPr/>
            <p:nvPr/>
          </p:nvSpPr>
          <p:spPr>
            <a:xfrm>
              <a:off x="1972873" y="5688413"/>
              <a:ext cx="7820949" cy="624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CAD15539-85D4-88B2-FA89-192CAD9F8685}"/>
                </a:ext>
              </a:extLst>
            </p:cNvPr>
            <p:cNvSpPr txBox="1"/>
            <p:nvPr/>
          </p:nvSpPr>
          <p:spPr>
            <a:xfrm>
              <a:off x="340242" y="-13822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848030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758EE1-E06A-9649-7AD7-72EC6218D0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58DCEF36-928E-C52D-26CE-59475FCB2FE7}"/>
              </a:ext>
            </a:extLst>
          </p:cNvPr>
          <p:cNvGrpSpPr/>
          <p:nvPr/>
        </p:nvGrpSpPr>
        <p:grpSpPr>
          <a:xfrm>
            <a:off x="340242" y="-138223"/>
            <a:ext cx="9693351" cy="6770378"/>
            <a:chOff x="340242" y="-138223"/>
            <a:chExt cx="9693351" cy="6770378"/>
          </a:xfrm>
        </p:grpSpPr>
        <p:pic>
          <p:nvPicPr>
            <p:cNvPr id="5" name="Picture 4" descr="A pole in a desert&#10;&#10;AI-generated content may be incorrect.">
              <a:extLst>
                <a:ext uri="{FF2B5EF4-FFF2-40B4-BE49-F238E27FC236}">
                  <a16:creationId xmlns:a16="http://schemas.microsoft.com/office/drawing/2014/main" id="{00C74EE7-44C3-64FD-C9F2-A977AED954D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 rot="228981">
              <a:off x="2002605" y="478464"/>
              <a:ext cx="7772400" cy="5449283"/>
            </a:xfrm>
            <a:prstGeom prst="rect">
              <a:avLst/>
            </a:prstGeom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A3F7BD3-9315-B537-51DB-7D88582AE2A3}"/>
                </a:ext>
              </a:extLst>
            </p:cNvPr>
            <p:cNvSpPr/>
            <p:nvPr/>
          </p:nvSpPr>
          <p:spPr>
            <a:xfrm>
              <a:off x="1744810" y="95693"/>
              <a:ext cx="456126" cy="6305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48D2E35F-07BB-4327-A47F-16EB90B42E75}"/>
                </a:ext>
              </a:extLst>
            </p:cNvPr>
            <p:cNvSpPr/>
            <p:nvPr/>
          </p:nvSpPr>
          <p:spPr>
            <a:xfrm>
              <a:off x="9577467" y="327048"/>
              <a:ext cx="456126" cy="6305107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5E551BF-641F-59CF-30A2-AC373F4B2A28}"/>
                </a:ext>
              </a:extLst>
            </p:cNvPr>
            <p:cNvSpPr/>
            <p:nvPr/>
          </p:nvSpPr>
          <p:spPr>
            <a:xfrm>
              <a:off x="1897209" y="95693"/>
              <a:ext cx="7820949" cy="624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F7F64529-80A6-64F4-8E37-D2C0F06852C3}"/>
                </a:ext>
              </a:extLst>
            </p:cNvPr>
            <p:cNvSpPr/>
            <p:nvPr/>
          </p:nvSpPr>
          <p:spPr>
            <a:xfrm>
              <a:off x="1972873" y="5688413"/>
              <a:ext cx="7820949" cy="624473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DD5DE190-ED0B-7E97-2F3D-0F6EBF0D5160}"/>
                </a:ext>
              </a:extLst>
            </p:cNvPr>
            <p:cNvSpPr txBox="1"/>
            <p:nvPr/>
          </p:nvSpPr>
          <p:spPr>
            <a:xfrm>
              <a:off x="340242" y="-138223"/>
              <a:ext cx="18473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609498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BC2509-E25D-F522-92A5-D59B0A788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37E1F82-B221-096B-1913-FBE211E93D1D}"/>
              </a:ext>
            </a:extLst>
          </p:cNvPr>
          <p:cNvSpPr/>
          <p:nvPr/>
        </p:nvSpPr>
        <p:spPr>
          <a:xfrm>
            <a:off x="1000163" y="4046793"/>
            <a:ext cx="1329070" cy="42175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EA009E8-BBF7-1850-4DC2-68DDDC59E647}"/>
              </a:ext>
            </a:extLst>
          </p:cNvPr>
          <p:cNvSpPr/>
          <p:nvPr/>
        </p:nvSpPr>
        <p:spPr>
          <a:xfrm>
            <a:off x="1000163" y="2132933"/>
            <a:ext cx="1329070" cy="191386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6CF5DF-D271-FA82-6F3B-B69C6F4CD9D1}"/>
              </a:ext>
            </a:extLst>
          </p:cNvPr>
          <p:cNvSpPr txBox="1"/>
          <p:nvPr/>
        </p:nvSpPr>
        <p:spPr>
          <a:xfrm>
            <a:off x="2329233" y="2966752"/>
            <a:ext cx="103584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Layer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DB945B-F78B-EA31-066F-DBCC012290D0}"/>
              </a:ext>
            </a:extLst>
          </p:cNvPr>
          <p:cNvSpPr txBox="1"/>
          <p:nvPr/>
        </p:nvSpPr>
        <p:spPr>
          <a:xfrm>
            <a:off x="2329233" y="4134562"/>
            <a:ext cx="132906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Quasi-Laminar Layer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FA6CED6-33E6-6280-088D-241A53578A07}"/>
              </a:ext>
            </a:extLst>
          </p:cNvPr>
          <p:cNvSpPr txBox="1"/>
          <p:nvPr/>
        </p:nvSpPr>
        <p:spPr>
          <a:xfrm>
            <a:off x="0" y="3025569"/>
            <a:ext cx="709004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Constant Flux Layer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78861E8-33F9-3DF9-C69E-BDE78B498620}"/>
              </a:ext>
            </a:extLst>
          </p:cNvPr>
          <p:cNvCxnSpPr>
            <a:cxnSpLocks/>
            <a:stCxn id="3" idx="0"/>
            <a:endCxn id="3" idx="2"/>
          </p:cNvCxnSpPr>
          <p:nvPr/>
        </p:nvCxnSpPr>
        <p:spPr>
          <a:xfrm>
            <a:off x="1664698" y="2132933"/>
            <a:ext cx="0" cy="1913860"/>
          </a:xfrm>
          <a:prstGeom prst="line">
            <a:avLst/>
          </a:prstGeom>
          <a:ln w="1270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0BA3F3-08B6-00CD-DA02-2BB4877DD285}"/>
                  </a:ext>
                </a:extLst>
              </p:cNvPr>
              <p:cNvSpPr txBox="1"/>
              <p:nvPr/>
            </p:nvSpPr>
            <p:spPr>
              <a:xfrm>
                <a:off x="2329233" y="4345441"/>
                <a:ext cx="10358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50BA3F3-08B6-00CD-DA02-2BB4877DD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233" y="4345441"/>
                <a:ext cx="1035844" cy="246221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3F03C3-C5E1-FEDA-E5D1-6576134F1A18}"/>
                  </a:ext>
                </a:extLst>
              </p:cNvPr>
              <p:cNvSpPr txBox="1"/>
              <p:nvPr/>
            </p:nvSpPr>
            <p:spPr>
              <a:xfrm>
                <a:off x="2329233" y="3923683"/>
                <a:ext cx="10358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13F03C3-C5E1-FEDA-E5D1-6576134F1A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233" y="3923683"/>
                <a:ext cx="1035844" cy="246221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BF8358-B9D4-31FB-8E11-13DDA92F877F}"/>
                  </a:ext>
                </a:extLst>
              </p:cNvPr>
              <p:cNvSpPr txBox="1"/>
              <p:nvPr/>
            </p:nvSpPr>
            <p:spPr>
              <a:xfrm>
                <a:off x="2329233" y="2009821"/>
                <a:ext cx="1035844" cy="24622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0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0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𝑖𝑛𝑡</m:t>
                          </m:r>
                        </m:sub>
                      </m:sSub>
                    </m:oMath>
                  </m:oMathPara>
                </a14:m>
                <a:endParaRPr lang="en-US" sz="1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CFBF8358-B9D4-31FB-8E11-13DDA92F87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9233" y="2009821"/>
                <a:ext cx="1035844" cy="246221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042BF882-72EF-9FD5-FAEF-416331A1A5A7}"/>
              </a:ext>
            </a:extLst>
          </p:cNvPr>
          <p:cNvSpPr/>
          <p:nvPr/>
        </p:nvSpPr>
        <p:spPr>
          <a:xfrm>
            <a:off x="728695" y="2132930"/>
            <a:ext cx="237489" cy="2335621"/>
          </a:xfrm>
          <a:prstGeom prst="leftBrace">
            <a:avLst>
              <a:gd name="adj1" fmla="val 203855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Picture 28" descr="A car driving in a desert&#10;&#10;AI-generated content may be incorrect.">
            <a:extLst>
              <a:ext uri="{FF2B5EF4-FFF2-40B4-BE49-F238E27FC236}">
                <a16:creationId xmlns:a16="http://schemas.microsoft.com/office/drawing/2014/main" id="{BD5FEBDC-2BCA-5F20-ADB7-53672BD8ABD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61" t="3460" r="599" b="7987"/>
          <a:stretch/>
        </p:blipFill>
        <p:spPr>
          <a:xfrm>
            <a:off x="4096512" y="1360627"/>
            <a:ext cx="7659014" cy="39355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80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BA23DC-1BFD-1F4B-0D0D-A3CFDF2556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 driving in a desert&#10;&#10;AI-generated content may be incorrect.">
            <a:extLst>
              <a:ext uri="{FF2B5EF4-FFF2-40B4-BE49-F238E27FC236}">
                <a16:creationId xmlns:a16="http://schemas.microsoft.com/office/drawing/2014/main" id="{503AC4AC-D1E9-6302-FD51-9394E32CA7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62" t="23414" r="58547" b="23111"/>
          <a:stretch/>
        </p:blipFill>
        <p:spPr>
          <a:xfrm>
            <a:off x="1446844" y="2142809"/>
            <a:ext cx="1328544" cy="213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7CA057CA-90E7-B223-5DD0-6C75D7EDCB6E}"/>
              </a:ext>
            </a:extLst>
          </p:cNvPr>
          <p:cNvSpPr/>
          <p:nvPr/>
        </p:nvSpPr>
        <p:spPr>
          <a:xfrm>
            <a:off x="1446319" y="2132933"/>
            <a:ext cx="1329070" cy="21461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46A7C-A004-EA28-84F0-126D3A33909B}"/>
              </a:ext>
            </a:extLst>
          </p:cNvPr>
          <p:cNvSpPr txBox="1"/>
          <p:nvPr/>
        </p:nvSpPr>
        <p:spPr>
          <a:xfrm>
            <a:off x="2762830" y="2977368"/>
            <a:ext cx="641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C9E9B5-AA3D-A87A-9825-7BA79A0490E3}"/>
                  </a:ext>
                </a:extLst>
              </p:cNvPr>
              <p:cNvSpPr txBox="1"/>
              <p:nvPr/>
            </p:nvSpPr>
            <p:spPr>
              <a:xfrm>
                <a:off x="667107" y="3071183"/>
                <a:ext cx="543416" cy="269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den>
                    </m:f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8C9E9B5-AA3D-A87A-9825-7BA79A0490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07" y="3071183"/>
                <a:ext cx="543416" cy="2696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3C0910-622D-22D7-9531-94408B0802A8}"/>
                  </a:ext>
                </a:extLst>
              </p:cNvPr>
              <p:cNvSpPr txBox="1"/>
              <p:nvPr/>
            </p:nvSpPr>
            <p:spPr>
              <a:xfrm>
                <a:off x="2718108" y="4154728"/>
                <a:ext cx="10358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3C0910-622D-22D7-9531-94408B0802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108" y="4154728"/>
                <a:ext cx="1035844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51AC65E-BC1B-29BE-648F-694796C6849E}"/>
                  </a:ext>
                </a:extLst>
              </p:cNvPr>
              <p:cNvSpPr txBox="1"/>
              <p:nvPr/>
            </p:nvSpPr>
            <p:spPr>
              <a:xfrm>
                <a:off x="2710027" y="3947041"/>
                <a:ext cx="10358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251AC65E-BC1B-29BE-648F-694796C684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0027" y="3947041"/>
                <a:ext cx="1035844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FC609C-C9B7-7B1B-5823-D031AF65D62A}"/>
                  </a:ext>
                </a:extLst>
              </p:cNvPr>
              <p:cNvSpPr txBox="1"/>
              <p:nvPr/>
            </p:nvSpPr>
            <p:spPr>
              <a:xfrm>
                <a:off x="2718108" y="2015301"/>
                <a:ext cx="10358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AEFC609C-C9B7-7B1B-5823-D031AF65D6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18108" y="2015301"/>
                <a:ext cx="1035844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F4167E4B-2FC6-1B89-02FB-123CC87C579F}"/>
              </a:ext>
            </a:extLst>
          </p:cNvPr>
          <p:cNvSpPr/>
          <p:nvPr/>
        </p:nvSpPr>
        <p:spPr>
          <a:xfrm>
            <a:off x="1174851" y="2132931"/>
            <a:ext cx="237489" cy="2146194"/>
          </a:xfrm>
          <a:prstGeom prst="leftBrace">
            <a:avLst>
              <a:gd name="adj1" fmla="val 147824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7FC07C-DBD1-C074-73AF-5858D81A353D}"/>
                  </a:ext>
                </a:extLst>
              </p:cNvPr>
              <p:cNvSpPr txBox="1"/>
              <p:nvPr/>
            </p:nvSpPr>
            <p:spPr>
              <a:xfrm>
                <a:off x="1437411" y="2142809"/>
                <a:ext cx="1198346" cy="705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𝑆𝑐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07FC07C-DBD1-C074-73AF-5858D81A35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1" y="2142809"/>
                <a:ext cx="1198346" cy="7056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563407-18B7-295B-5B59-C98D022BB908}"/>
                  </a:ext>
                </a:extLst>
              </p:cNvPr>
              <p:cNvSpPr txBox="1"/>
              <p:nvPr/>
            </p:nvSpPr>
            <p:spPr>
              <a:xfrm>
                <a:off x="1437411" y="4274482"/>
                <a:ext cx="11983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1563407-18B7-295B-5B59-C98D022BB9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37411" y="4274482"/>
                <a:ext cx="119834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600FE63-7481-608A-5DDA-CAB65C0D305C}"/>
              </a:ext>
            </a:extLst>
          </p:cNvPr>
          <p:cNvCxnSpPr>
            <a:cxnSpLocks/>
          </p:cNvCxnSpPr>
          <p:nvPr/>
        </p:nvCxnSpPr>
        <p:spPr>
          <a:xfrm>
            <a:off x="1446318" y="4064867"/>
            <a:ext cx="13285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9C927C1-A911-F835-F13D-3BF2C9EE6EF3}"/>
              </a:ext>
            </a:extLst>
          </p:cNvPr>
          <p:cNvSpPr txBox="1"/>
          <p:nvPr/>
        </p:nvSpPr>
        <p:spPr>
          <a:xfrm>
            <a:off x="499681" y="3985451"/>
            <a:ext cx="793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Quasi-laminar Layer</a:t>
            </a:r>
          </a:p>
        </p:txBody>
      </p:sp>
      <p:pic>
        <p:nvPicPr>
          <p:cNvPr id="27" name="Picture 26" descr="A car driving in a desert&#10;&#10;AI-generated content may be incorrect.">
            <a:extLst>
              <a:ext uri="{FF2B5EF4-FFF2-40B4-BE49-F238E27FC236}">
                <a16:creationId xmlns:a16="http://schemas.microsoft.com/office/drawing/2014/main" id="{06BAB8BF-F71E-0EFA-1ABD-7E82CF4383E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62" t="23414" r="58547" b="23111"/>
          <a:stretch/>
        </p:blipFill>
        <p:spPr>
          <a:xfrm>
            <a:off x="4267993" y="2142809"/>
            <a:ext cx="1328544" cy="2136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18082B-357E-D31C-2228-9339E9BA5743}"/>
                  </a:ext>
                </a:extLst>
              </p:cNvPr>
              <p:cNvSpPr txBox="1"/>
              <p:nvPr/>
            </p:nvSpPr>
            <p:spPr>
              <a:xfrm>
                <a:off x="4314702" y="2347455"/>
                <a:ext cx="1198346" cy="373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𝑑𝑐</m:t>
                          </m:r>
                        </m:den>
                      </m:f>
                      <m:nary>
                        <m:nary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𝑆𝑐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0218082B-357E-D31C-2228-9339E9BA57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14702" y="2347455"/>
                <a:ext cx="1198346" cy="373436"/>
              </a:xfrm>
              <a:prstGeom prst="rect">
                <a:avLst/>
              </a:prstGeom>
              <a:blipFill>
                <a:blip r:embed="rId9"/>
                <a:stretch>
                  <a:fillRect t="-116129" b="-17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53A06643-E74B-AA03-D8CC-E7C24C9F23F1}"/>
              </a:ext>
            </a:extLst>
          </p:cNvPr>
          <p:cNvSpPr/>
          <p:nvPr/>
        </p:nvSpPr>
        <p:spPr>
          <a:xfrm>
            <a:off x="4267467" y="4080632"/>
            <a:ext cx="1328544" cy="198493"/>
          </a:xfrm>
          <a:prstGeom prst="rect">
            <a:avLst/>
          </a:prstGeom>
          <a:solidFill>
            <a:srgbClr val="FFFFFF">
              <a:alpha val="740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E95D6A2F-F12D-33AC-578A-A27BE9EB67F3}"/>
              </a:ext>
            </a:extLst>
          </p:cNvPr>
          <p:cNvSpPr/>
          <p:nvPr/>
        </p:nvSpPr>
        <p:spPr>
          <a:xfrm>
            <a:off x="4267468" y="2132933"/>
            <a:ext cx="1329070" cy="21461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F34DD119-B342-2DD7-5CBB-E7387E356E9D}"/>
              </a:ext>
            </a:extLst>
          </p:cNvPr>
          <p:cNvCxnSpPr>
            <a:cxnSpLocks/>
          </p:cNvCxnSpPr>
          <p:nvPr/>
        </p:nvCxnSpPr>
        <p:spPr>
          <a:xfrm>
            <a:off x="4267467" y="4064867"/>
            <a:ext cx="13285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DB37569-DF13-D000-0747-309A1DF5B01E}"/>
                  </a:ext>
                </a:extLst>
              </p:cNvPr>
              <p:cNvSpPr txBox="1"/>
              <p:nvPr/>
            </p:nvSpPr>
            <p:spPr>
              <a:xfrm>
                <a:off x="4173116" y="4018718"/>
                <a:ext cx="1532865" cy="300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−2/3</m:t>
                                      </m:r>
                                    </m:sup>
                                  </m:sSubSup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−3/</m:t>
                                      </m:r>
                                      <m:sSub>
                                        <m:sSubPr>
                                          <m:ctrlPr>
                                            <a:rPr lang="en-US" sz="8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8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8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2DB37569-DF13-D000-0747-309A1DF5B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73116" y="4018718"/>
                <a:ext cx="1532865" cy="300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eft Brace 45">
            <a:extLst>
              <a:ext uri="{FF2B5EF4-FFF2-40B4-BE49-F238E27FC236}">
                <a16:creationId xmlns:a16="http://schemas.microsoft.com/office/drawing/2014/main" id="{322F1074-A717-CB35-8023-0B9FD49BA7B7}"/>
              </a:ext>
            </a:extLst>
          </p:cNvPr>
          <p:cNvSpPr/>
          <p:nvPr/>
        </p:nvSpPr>
        <p:spPr>
          <a:xfrm>
            <a:off x="3956954" y="2132930"/>
            <a:ext cx="237489" cy="2146194"/>
          </a:xfrm>
          <a:prstGeom prst="leftBrace">
            <a:avLst>
              <a:gd name="adj1" fmla="val 147824"/>
              <a:gd name="adj2" fmla="val 50000"/>
            </a:avLst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2CC4EDF-6760-C6D1-9E17-286A7319C70D}"/>
                  </a:ext>
                </a:extLst>
              </p:cNvPr>
              <p:cNvSpPr txBox="1"/>
              <p:nvPr/>
            </p:nvSpPr>
            <p:spPr>
              <a:xfrm>
                <a:off x="3425114" y="3033800"/>
                <a:ext cx="641513" cy="344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F2CC4EDF-6760-C6D1-9E17-286A7319C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25114" y="3033800"/>
                <a:ext cx="641513" cy="3444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24038D-D055-F2EC-0052-9400EE6241F1}"/>
                  </a:ext>
                </a:extLst>
              </p:cNvPr>
              <p:cNvSpPr txBox="1"/>
              <p:nvPr/>
            </p:nvSpPr>
            <p:spPr>
              <a:xfrm>
                <a:off x="4225673" y="4319378"/>
                <a:ext cx="1480308" cy="355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9724038D-D055-F2EC-0052-9400EE6241F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25673" y="4319378"/>
                <a:ext cx="1480308" cy="3550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719DB382-93DC-20D2-6840-AB33BCE72359}"/>
              </a:ext>
            </a:extLst>
          </p:cNvPr>
          <p:cNvSpPr txBox="1"/>
          <p:nvPr/>
        </p:nvSpPr>
        <p:spPr>
          <a:xfrm>
            <a:off x="1445792" y="1917486"/>
            <a:ext cx="13290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Fluxes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EF82D429-DD08-D814-8735-2A335E83ED1C}"/>
              </a:ext>
            </a:extLst>
          </p:cNvPr>
          <p:cNvSpPr txBox="1"/>
          <p:nvPr/>
        </p:nvSpPr>
        <p:spPr>
          <a:xfrm>
            <a:off x="4267467" y="1919483"/>
            <a:ext cx="13290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Deposition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438C6F7-B54E-AC76-7BCB-0DBE4AE42E56}"/>
                  </a:ext>
                </a:extLst>
              </p:cNvPr>
              <p:cNvSpPr txBox="1"/>
              <p:nvPr/>
            </p:nvSpPr>
            <p:spPr>
              <a:xfrm>
                <a:off x="667107" y="4761255"/>
                <a:ext cx="6263081" cy="1097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Via the above formulation the dust emission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estimated if the diffusive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𝑑𝑖𝑓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settling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deposition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known (González-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Flórez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2023, </a:t>
                </a:r>
                <a:r>
                  <a:rPr 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ACP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</a:p>
              <a:p>
                <a:endPara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𝑑𝑖𝑓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accounts for diffuse dust transport and gravitational settling in the surface later, which is also explicitly accounted for in the above equation, does this expression underestimate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In other words, should the deposition flux only account for deposition through the quasi-laminar layer? Note that I am assuming a perfect surface collection efficiency for simplicity.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0438C6F7-B54E-AC76-7BCB-0DBE4AE42E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107" y="4761255"/>
                <a:ext cx="6263081" cy="10970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5EA074E-DEC6-0196-B854-ACB010F545A5}"/>
                  </a:ext>
                </a:extLst>
              </p:cNvPr>
              <p:cNvSpPr txBox="1"/>
              <p:nvPr/>
            </p:nvSpPr>
            <p:spPr>
              <a:xfrm>
                <a:off x="5800333" y="2202440"/>
                <a:ext cx="1786526" cy="2072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Variables</a:t>
                </a:r>
              </a:p>
              <a:p>
                <a:endPara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 dust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Diffuse dust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𝑑𝑖𝑓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Gravitational settling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Emitted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Deposition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Settling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Deposition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Dust concentration: </a:t>
                </a:r>
                <a14:m>
                  <m:oMath xmlns:m="http://schemas.openxmlformats.org/officeDocument/2006/math">
                    <m:r>
                      <a:rPr lang="en-US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Turbulent Schmidt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𝑆𝑐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Schmidt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Stokes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Eddy diffusivity: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75EA074E-DEC6-0196-B854-ACB010F545A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00333" y="2202440"/>
                <a:ext cx="1786526" cy="207204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6344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771CE-55FB-6CCD-DFF1-B6A6781A3A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ar driving in a desert&#10;&#10;AI-generated content may be incorrect.">
            <a:extLst>
              <a:ext uri="{FF2B5EF4-FFF2-40B4-BE49-F238E27FC236}">
                <a16:creationId xmlns:a16="http://schemas.microsoft.com/office/drawing/2014/main" id="{B75D0ACB-2368-CFF5-DC49-672E7DB4C7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62" t="23414" r="58547" b="23111"/>
          <a:stretch/>
        </p:blipFill>
        <p:spPr>
          <a:xfrm>
            <a:off x="2966884" y="2142809"/>
            <a:ext cx="1328544" cy="213631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F0B1140E-EA57-95E0-974A-DC2DAC4A5AC6}"/>
              </a:ext>
            </a:extLst>
          </p:cNvPr>
          <p:cNvSpPr/>
          <p:nvPr/>
        </p:nvSpPr>
        <p:spPr>
          <a:xfrm>
            <a:off x="2966359" y="2132933"/>
            <a:ext cx="1329070" cy="21461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241E06-8580-EB85-026A-7D68CF6A5AF5}"/>
              </a:ext>
            </a:extLst>
          </p:cNvPr>
          <p:cNvSpPr txBox="1"/>
          <p:nvPr/>
        </p:nvSpPr>
        <p:spPr>
          <a:xfrm>
            <a:off x="4282870" y="2977368"/>
            <a:ext cx="64151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Surface Layer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C801CC-C09B-3363-9B04-2149DEE0C554}"/>
                  </a:ext>
                </a:extLst>
              </p:cNvPr>
              <p:cNvSpPr txBox="1"/>
              <p:nvPr/>
            </p:nvSpPr>
            <p:spPr>
              <a:xfrm>
                <a:off x="2187147" y="3071183"/>
                <a:ext cx="543416" cy="26968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  <m:sSub>
                          <m:sSubPr>
                            <m:ctrlPr>
                              <a:rPr lang="en-US" sz="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a:rPr lang="en-US" sz="8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</m:num>
                      <m:den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𝑑𝑧</m:t>
                        </m:r>
                      </m:den>
                    </m:f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</m:t>
                    </m:r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E7C801CC-C09B-3363-9B04-2149DEE0C5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87147" y="3071183"/>
                <a:ext cx="543416" cy="2696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F588A3-C6D3-4ECE-0CBA-6CEEE1822C0A}"/>
                  </a:ext>
                </a:extLst>
              </p:cNvPr>
              <p:cNvSpPr txBox="1"/>
              <p:nvPr/>
            </p:nvSpPr>
            <p:spPr>
              <a:xfrm>
                <a:off x="4238148" y="4154728"/>
                <a:ext cx="10358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7F588A3-C6D3-4ECE-0CBA-6CEEE1822C0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148" y="4154728"/>
                <a:ext cx="1035844" cy="215444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8260DB-4E65-C006-4D8D-316BBC08D05C}"/>
                  </a:ext>
                </a:extLst>
              </p:cNvPr>
              <p:cNvSpPr txBox="1"/>
              <p:nvPr/>
            </p:nvSpPr>
            <p:spPr>
              <a:xfrm>
                <a:off x="4230067" y="3947041"/>
                <a:ext cx="10358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4D8260DB-4E65-C006-4D8D-316BBC08D05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0067" y="3947041"/>
                <a:ext cx="1035844" cy="215444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0805C6-60D3-955E-716F-E1B48BFA7DD9}"/>
                  </a:ext>
                </a:extLst>
              </p:cNvPr>
              <p:cNvSpPr txBox="1"/>
              <p:nvPr/>
            </p:nvSpPr>
            <p:spPr>
              <a:xfrm>
                <a:off x="4238148" y="2015301"/>
                <a:ext cx="10358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A0805C6-60D3-955E-716F-E1B48BFA7D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148" y="2015301"/>
                <a:ext cx="1035844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Left Brace 19">
            <a:extLst>
              <a:ext uri="{FF2B5EF4-FFF2-40B4-BE49-F238E27FC236}">
                <a16:creationId xmlns:a16="http://schemas.microsoft.com/office/drawing/2014/main" id="{273A2F3A-144E-95EF-FACA-C4F0476C7EBF}"/>
              </a:ext>
            </a:extLst>
          </p:cNvPr>
          <p:cNvSpPr/>
          <p:nvPr/>
        </p:nvSpPr>
        <p:spPr>
          <a:xfrm>
            <a:off x="2694891" y="2132931"/>
            <a:ext cx="237489" cy="2146194"/>
          </a:xfrm>
          <a:prstGeom prst="leftBrace">
            <a:avLst>
              <a:gd name="adj1" fmla="val 147824"/>
              <a:gd name="adj2" fmla="val 50000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77E7AF-27A2-F7ED-8C1F-DDB722C6E87F}"/>
                  </a:ext>
                </a:extLst>
              </p:cNvPr>
              <p:cNvSpPr txBox="1"/>
              <p:nvPr/>
            </p:nvSpPr>
            <p:spPr>
              <a:xfrm>
                <a:off x="2957451" y="2142809"/>
                <a:ext cx="1198346" cy="705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𝑑𝑖𝑓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𝑆𝑐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𝑇</m:t>
                          </m:r>
                        </m:sub>
                      </m:sSub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𝐻</m:t>
                          </m:r>
                        </m:sub>
                      </m:sSub>
                      <m:f>
                        <m:f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num>
                        <m:den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𝜕</m:t>
                          </m:r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5577E7AF-27A2-F7ED-8C1F-DDB722C6E8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451" y="2142809"/>
                <a:ext cx="1198346" cy="70564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4C89D-468D-EFB8-B2A4-957EB69DB448}"/>
                  </a:ext>
                </a:extLst>
              </p:cNvPr>
              <p:cNvSpPr txBox="1"/>
              <p:nvPr/>
            </p:nvSpPr>
            <p:spPr>
              <a:xfrm>
                <a:off x="2957451" y="4274482"/>
                <a:ext cx="1198346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800" b="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𝑐</m:t>
                      </m:r>
                    </m:oMath>
                  </m:oMathPara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FE4C89D-468D-EFB8-B2A4-957EB69DB4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57451" y="4274482"/>
                <a:ext cx="1198346" cy="338554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EB9205D-9880-B73D-A43C-FE36A05C5F35}"/>
              </a:ext>
            </a:extLst>
          </p:cNvPr>
          <p:cNvCxnSpPr>
            <a:cxnSpLocks/>
          </p:cNvCxnSpPr>
          <p:nvPr/>
        </p:nvCxnSpPr>
        <p:spPr>
          <a:xfrm>
            <a:off x="2966358" y="4064867"/>
            <a:ext cx="13285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278AB9A9-9805-B90C-D079-6612FA16F281}"/>
              </a:ext>
            </a:extLst>
          </p:cNvPr>
          <p:cNvSpPr txBox="1"/>
          <p:nvPr/>
        </p:nvSpPr>
        <p:spPr>
          <a:xfrm>
            <a:off x="2019721" y="3985451"/>
            <a:ext cx="79391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Quasi-laminar Layer</a:t>
            </a:r>
          </a:p>
        </p:txBody>
      </p:sp>
      <p:pic>
        <p:nvPicPr>
          <p:cNvPr id="27" name="Picture 26" descr="A car driving in a desert&#10;&#10;AI-generated content may be incorrect.">
            <a:extLst>
              <a:ext uri="{FF2B5EF4-FFF2-40B4-BE49-F238E27FC236}">
                <a16:creationId xmlns:a16="http://schemas.microsoft.com/office/drawing/2014/main" id="{A2C07CAA-EA19-0C43-BA0D-4DA680FCF6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1862" t="23414" r="58547" b="23111"/>
          <a:stretch/>
        </p:blipFill>
        <p:spPr>
          <a:xfrm>
            <a:off x="6417425" y="2142809"/>
            <a:ext cx="1328544" cy="2136317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1341526-4EC4-C21B-9B3B-6091ABC34E90}"/>
                  </a:ext>
                </a:extLst>
              </p:cNvPr>
              <p:cNvSpPr txBox="1"/>
              <p:nvPr/>
            </p:nvSpPr>
            <p:spPr>
              <a:xfrm>
                <a:off x="6464134" y="2347455"/>
                <a:ext cx="1198346" cy="37343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𝑑𝑐</m:t>
                          </m:r>
                        </m:den>
                      </m:f>
                      <m:nary>
                        <m:nary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f>
                            <m:f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𝑆𝑐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𝑇</m:t>
                                  </m:r>
                                </m:sub>
                              </m:sSub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𝐾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𝐻</m:t>
                                  </m:r>
                                </m:sub>
                              </m:sSub>
                            </m:den>
                          </m:f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𝑑𝑧</m:t>
                          </m:r>
                        </m:e>
                      </m:nary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C1341526-4EC4-C21B-9B3B-6091ABC34E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64134" y="2347455"/>
                <a:ext cx="1198346" cy="373436"/>
              </a:xfrm>
              <a:prstGeom prst="rect">
                <a:avLst/>
              </a:prstGeom>
              <a:blipFill>
                <a:blip r:embed="rId9"/>
                <a:stretch>
                  <a:fillRect t="-116129" b="-1709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Rectangle 41">
            <a:extLst>
              <a:ext uri="{FF2B5EF4-FFF2-40B4-BE49-F238E27FC236}">
                <a16:creationId xmlns:a16="http://schemas.microsoft.com/office/drawing/2014/main" id="{16E50608-BCC5-86AE-96E4-3F6CD0337FEB}"/>
              </a:ext>
            </a:extLst>
          </p:cNvPr>
          <p:cNvSpPr/>
          <p:nvPr/>
        </p:nvSpPr>
        <p:spPr>
          <a:xfrm>
            <a:off x="6416899" y="4080632"/>
            <a:ext cx="1328544" cy="198493"/>
          </a:xfrm>
          <a:prstGeom prst="rect">
            <a:avLst/>
          </a:prstGeom>
          <a:solidFill>
            <a:srgbClr val="FFFFFF">
              <a:alpha val="74082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28268FE5-26A4-B947-192F-6E0EF084BECC}"/>
              </a:ext>
            </a:extLst>
          </p:cNvPr>
          <p:cNvSpPr/>
          <p:nvPr/>
        </p:nvSpPr>
        <p:spPr>
          <a:xfrm>
            <a:off x="6416900" y="2132933"/>
            <a:ext cx="1329070" cy="2146193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7843AAD8-D136-AE98-FE11-2CA267322E11}"/>
              </a:ext>
            </a:extLst>
          </p:cNvPr>
          <p:cNvCxnSpPr>
            <a:cxnSpLocks/>
          </p:cNvCxnSpPr>
          <p:nvPr/>
        </p:nvCxnSpPr>
        <p:spPr>
          <a:xfrm>
            <a:off x="6416899" y="4064867"/>
            <a:ext cx="13285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7177AA1-8470-6B55-6FF0-2DCCE2A2CD9C}"/>
                  </a:ext>
                </a:extLst>
              </p:cNvPr>
              <p:cNvSpPr txBox="1"/>
              <p:nvPr/>
            </p:nvSpPr>
            <p:spPr>
              <a:xfrm>
                <a:off x="6322548" y="4018718"/>
                <a:ext cx="1532865" cy="300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p>
                        <m:sSup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pPr>
                        <m:e>
                          <m:d>
                            <m:dPr>
                              <m:begChr m:val="["/>
                              <m:endChr m:val="]"/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∗</m:t>
                                  </m:r>
                                </m:sub>
                              </m:sSub>
                              <m:d>
                                <m:dPr>
                                  <m:ctrlP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</m:ctrlPr>
                                </m:dPr>
                                <m:e>
                                  <m:sSubSup>
                                    <m:sSubSupPr>
                                      <m:ctrlP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bSupPr>
                                    <m:e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𝑆</m:t>
                                      </m:r>
                                    </m:e>
                                    <m:sub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𝑐</m:t>
                                      </m:r>
                                    </m:sub>
                                    <m:sup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−2/3</m:t>
                                      </m:r>
                                    </m:sup>
                                  </m:sSubSup>
                                  <m:r>
                                    <a:rPr lang="en-US" sz="800" b="0" i="1" smtClean="0">
                                      <a:solidFill>
                                        <a:schemeClr val="accent2">
                                          <a:lumMod val="75000"/>
                                        </a:schemeClr>
                                      </a:solidFill>
                                      <a:latin typeface="Cambria Math" panose="02040503050406030204" pitchFamily="18" charset="0"/>
                                      <a:cs typeface="Times New Roman" panose="02020603050405020304" pitchFamily="18" charset="0"/>
                                    </a:rPr>
                                    <m:t>−</m:t>
                                  </m:r>
                                  <m:sSup>
                                    <m:sSupPr>
                                      <m:ctrlP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10</m:t>
                                      </m:r>
                                    </m:e>
                                    <m:sup>
                                      <m:r>
                                        <a:rPr lang="en-US" sz="800" b="0" i="1" smtClean="0">
                                          <a:solidFill>
                                            <a:schemeClr val="accent2">
                                              <a:lumMod val="75000"/>
                                            </a:schemeClr>
                                          </a:solidFill>
                                          <a:latin typeface="Cambria Math" panose="02040503050406030204" pitchFamily="18" charset="0"/>
                                          <a:cs typeface="Times New Roman" panose="02020603050405020304" pitchFamily="18" charset="0"/>
                                        </a:rPr>
                                        <m:t>−3/</m:t>
                                      </m:r>
                                      <m:sSub>
                                        <m:sSubPr>
                                          <m:ctrlPr>
                                            <a:rPr lang="en-US" sz="8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US" sz="8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𝑆</m:t>
                                          </m:r>
                                        </m:e>
                                        <m:sub>
                                          <m:r>
                                            <a:rPr lang="en-US" sz="800" b="0" i="1" smtClean="0">
                                              <a:solidFill>
                                                <a:schemeClr val="accent2">
                                                  <a:lumMod val="75000"/>
                                                </a:schemeClr>
                                              </a:solidFill>
                                              <a:latin typeface="Cambria Math" panose="02040503050406030204" pitchFamily="18" charset="0"/>
                                              <a:cs typeface="Times New Roman" panose="02020603050405020304" pitchFamily="18" charset="0"/>
                                            </a:rPr>
                                            <m:t>𝑡</m:t>
                                          </m:r>
                                        </m:sub>
                                      </m:sSub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  <m:sup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7177AA1-8470-6B55-6FF0-2DCCE2A2CD9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22548" y="4018718"/>
                <a:ext cx="1532865" cy="300660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Left Brace 45">
            <a:extLst>
              <a:ext uri="{FF2B5EF4-FFF2-40B4-BE49-F238E27FC236}">
                <a16:creationId xmlns:a16="http://schemas.microsoft.com/office/drawing/2014/main" id="{A17FCFEF-B43B-CEF4-9FC9-BE24BD5AD1BA}"/>
              </a:ext>
            </a:extLst>
          </p:cNvPr>
          <p:cNvSpPr/>
          <p:nvPr/>
        </p:nvSpPr>
        <p:spPr>
          <a:xfrm>
            <a:off x="6106386" y="2132930"/>
            <a:ext cx="237489" cy="2146194"/>
          </a:xfrm>
          <a:prstGeom prst="leftBrace">
            <a:avLst>
              <a:gd name="adj1" fmla="val 147824"/>
              <a:gd name="adj2" fmla="val 50000"/>
            </a:avLst>
          </a:prstGeom>
          <a:ln w="6350">
            <a:solidFill>
              <a:schemeClr val="accent2">
                <a:lumMod val="7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2">
                  <a:lumMod val="50000"/>
                </a:schemeClr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8D37E79-BF5E-05F1-7372-7883C46CEF79}"/>
                  </a:ext>
                </a:extLst>
              </p:cNvPr>
              <p:cNvSpPr txBox="1"/>
              <p:nvPr/>
            </p:nvSpPr>
            <p:spPr>
              <a:xfrm>
                <a:off x="5574546" y="3033800"/>
                <a:ext cx="641513" cy="34445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7" name="TextBox 46">
                <a:extLst>
                  <a:ext uri="{FF2B5EF4-FFF2-40B4-BE49-F238E27FC236}">
                    <a16:creationId xmlns:a16="http://schemas.microsoft.com/office/drawing/2014/main" id="{08D37E79-BF5E-05F1-7372-7883C46CEF7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74546" y="3033800"/>
                <a:ext cx="641513" cy="344453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8BFA470-86BA-3F2F-432C-EA1BAD0B98FB}"/>
                  </a:ext>
                </a:extLst>
              </p:cNvPr>
              <p:cNvSpPr txBox="1"/>
              <p:nvPr/>
            </p:nvSpPr>
            <p:spPr>
              <a:xfrm>
                <a:off x="6375105" y="4319378"/>
                <a:ext cx="1480308" cy="3550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𝑎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𝑏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  <m:r>
                        <a:rPr lang="en-US" sz="800" b="0" i="1" smtClean="0">
                          <a:solidFill>
                            <a:schemeClr val="accent2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f>
                        <m:fPr>
                          <m:ctrlP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sz="800" b="0" i="1" smtClean="0">
                              <a:solidFill>
                                <a:schemeClr val="accent2">
                                  <a:lumMod val="75000"/>
                                </a:schemeClr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sSub>
                            <m:sSubPr>
                              <m:ctrlP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𝑅</m:t>
                              </m:r>
                            </m:e>
                            <m:sub>
                              <m:r>
                                <a:rPr lang="en-US" sz="800" b="0" i="1" smtClean="0">
                                  <a:solidFill>
                                    <a:schemeClr val="accent2">
                                      <a:lumMod val="75000"/>
                                    </a:schemeClr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𝑠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sz="800" dirty="0">
                  <a:solidFill>
                    <a:schemeClr val="accent2">
                      <a:lumMod val="75000"/>
                    </a:schemeClr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8BFA470-86BA-3F2F-432C-EA1BAD0B98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75105" y="4319378"/>
                <a:ext cx="1480308" cy="35509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9" name="TextBox 48">
            <a:extLst>
              <a:ext uri="{FF2B5EF4-FFF2-40B4-BE49-F238E27FC236}">
                <a16:creationId xmlns:a16="http://schemas.microsoft.com/office/drawing/2014/main" id="{1E09FAFC-F330-FA1D-89C6-1526C80B1F3D}"/>
              </a:ext>
            </a:extLst>
          </p:cNvPr>
          <p:cNvSpPr txBox="1"/>
          <p:nvPr/>
        </p:nvSpPr>
        <p:spPr>
          <a:xfrm>
            <a:off x="2965832" y="1917486"/>
            <a:ext cx="13290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Fluxes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208893C-9467-315E-DB2E-0769FD803AD2}"/>
              </a:ext>
            </a:extLst>
          </p:cNvPr>
          <p:cNvSpPr txBox="1"/>
          <p:nvPr/>
        </p:nvSpPr>
        <p:spPr>
          <a:xfrm>
            <a:off x="6416899" y="1919483"/>
            <a:ext cx="132907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Dust Deposition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1455AD4-4C23-770A-80C1-7E1069BEBA49}"/>
                  </a:ext>
                </a:extLst>
              </p:cNvPr>
              <p:cNvSpPr txBox="1"/>
              <p:nvPr/>
            </p:nvSpPr>
            <p:spPr>
              <a:xfrm>
                <a:off x="2816539" y="4761255"/>
                <a:ext cx="6263081" cy="109709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Via the above formulation the dust emission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can be estimated if the diffusive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𝑑𝑖𝑓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settling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and deposition flux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are known (González-</a:t>
                </a:r>
                <a:r>
                  <a:rPr lang="en-US" sz="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Flórez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2023, </a:t>
                </a:r>
                <a:r>
                  <a:rPr lang="en-US" sz="800" i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ACP</a:t>
                </a:r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),</a:t>
                </a:r>
              </a:p>
              <a:p>
                <a:endParaRPr lang="en-US" sz="800" i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𝑑𝑖𝑓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+</m:t>
                    </m:r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  <m:r>
                      <a:rPr lang="en-US" sz="8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.</a:t>
                </a:r>
              </a:p>
              <a:p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Since the expression for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accounts for diffuse dust transport and gravitational settling in the surface later, which is also explicitly accounted for in the above equation, does this expression underestimate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? In other words, should the deposition flux only account for deposition through the quasi-laminar layer? Note that I am assuming a perfect surface collection efficiency for simplicity.</a:t>
                </a:r>
              </a:p>
            </p:txBody>
          </p:sp>
        </mc:Choice>
        <mc:Fallback xmlns="">
          <p:sp>
            <p:nvSpPr>
              <p:cNvPr id="51" name="TextBox 50">
                <a:extLst>
                  <a:ext uri="{FF2B5EF4-FFF2-40B4-BE49-F238E27FC236}">
                    <a16:creationId xmlns:a16="http://schemas.microsoft.com/office/drawing/2014/main" id="{81455AD4-4C23-770A-80C1-7E1069BEBA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16539" y="4761255"/>
                <a:ext cx="6263081" cy="1097095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C38D82A-C842-596B-DBBF-E12392A4E7AC}"/>
                  </a:ext>
                </a:extLst>
              </p:cNvPr>
              <p:cNvSpPr txBox="1"/>
              <p:nvPr/>
            </p:nvSpPr>
            <p:spPr>
              <a:xfrm>
                <a:off x="7949765" y="2202440"/>
                <a:ext cx="1786526" cy="207204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sz="8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Variables</a:t>
                </a:r>
              </a:p>
              <a:p>
                <a:endParaRPr lang="en-US" sz="8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Net dust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Diffuse dust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𝑑𝑖𝑓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Gravitational settling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Emitted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𝐸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Deposition Flux: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𝐹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Settling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Deposition velocity: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𝑤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𝑑</m:t>
                        </m:r>
                      </m:sub>
                    </m:sSub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Dust concentration: </a:t>
                </a:r>
                <a14:m>
                  <m:oMath xmlns:m="http://schemas.openxmlformats.org/officeDocument/2006/math">
                    <m:r>
                      <a:rPr lang="en-US" sz="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𝑐</m:t>
                    </m:r>
                  </m:oMath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Turbulent Schmidt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𝑆𝑐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Schmidt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𝑐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Stokes number: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𝑡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800" dirty="0">
                    <a:solidFill>
                      <a:schemeClr val="tx1"/>
                    </a:solidFill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Eddy diffusivity: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𝐾</m:t>
                        </m:r>
                      </m:e>
                      <m:sub>
                        <m:r>
                          <a:rPr lang="en-US" sz="800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𝐻</m:t>
                        </m:r>
                      </m:sub>
                    </m:sSub>
                  </m:oMath>
                </a14:m>
                <a:endParaRPr lang="en-US" sz="800" dirty="0">
                  <a:solidFill>
                    <a:schemeClr val="tx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C38D82A-C842-596B-DBBF-E12392A4E7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765" y="2202440"/>
                <a:ext cx="1786526" cy="2072042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6B2356E-1F3B-B676-8B77-5E86A264FE9B}"/>
              </a:ext>
            </a:extLst>
          </p:cNvPr>
          <p:cNvCxnSpPr>
            <a:cxnSpLocks/>
          </p:cNvCxnSpPr>
          <p:nvPr/>
        </p:nvCxnSpPr>
        <p:spPr>
          <a:xfrm>
            <a:off x="2966358" y="3471149"/>
            <a:ext cx="132854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8FFCC9-ADD2-A58F-40E3-1487372F97AD}"/>
                  </a:ext>
                </a:extLst>
              </p:cNvPr>
              <p:cNvSpPr txBox="1"/>
              <p:nvPr/>
            </p:nvSpPr>
            <p:spPr>
              <a:xfrm>
                <a:off x="4238148" y="3363427"/>
                <a:ext cx="1035844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8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8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88FFCC9-ADD2-A58F-40E3-1487372F97A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38148" y="3363427"/>
                <a:ext cx="1035844" cy="215444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442302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cones in a desert&#10;&#10;AI-generated content may be incorrect.">
            <a:extLst>
              <a:ext uri="{FF2B5EF4-FFF2-40B4-BE49-F238E27FC236}">
                <a16:creationId xmlns:a16="http://schemas.microsoft.com/office/drawing/2014/main" id="{7F0EF644-0CFA-FF96-7DC1-56044C5FD9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97036">
            <a:off x="1532953" y="1003852"/>
            <a:ext cx="7772400" cy="455956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BD4F6E2-CDB3-83D8-E336-D8DA90FC1BE6}"/>
              </a:ext>
            </a:extLst>
          </p:cNvPr>
          <p:cNvSpPr/>
          <p:nvPr/>
        </p:nvSpPr>
        <p:spPr>
          <a:xfrm>
            <a:off x="9114184" y="834887"/>
            <a:ext cx="636104" cy="5188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937AC01-BE74-39DC-56CA-DE5E2939951E}"/>
              </a:ext>
            </a:extLst>
          </p:cNvPr>
          <p:cNvSpPr/>
          <p:nvPr/>
        </p:nvSpPr>
        <p:spPr>
          <a:xfrm>
            <a:off x="675861" y="587635"/>
            <a:ext cx="1028384" cy="518822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FC52C4-882C-5CA2-78A9-A50C01ADBE0F}"/>
              </a:ext>
            </a:extLst>
          </p:cNvPr>
          <p:cNvSpPr/>
          <p:nvPr/>
        </p:nvSpPr>
        <p:spPr>
          <a:xfrm>
            <a:off x="828260" y="5337313"/>
            <a:ext cx="8581429" cy="590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BEA862D-C74F-FDB8-3D62-E55AAFA8CDBE}"/>
              </a:ext>
            </a:extLst>
          </p:cNvPr>
          <p:cNvSpPr/>
          <p:nvPr/>
        </p:nvSpPr>
        <p:spPr>
          <a:xfrm>
            <a:off x="828259" y="630899"/>
            <a:ext cx="8581429" cy="59094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88520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049128-B6C1-882B-1FC1-F2BDF96E5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large sandy area with a tower in the middle&#10;&#10;AI-generated content may be incorrect.">
            <a:extLst>
              <a:ext uri="{FF2B5EF4-FFF2-40B4-BE49-F238E27FC236}">
                <a16:creationId xmlns:a16="http://schemas.microsoft.com/office/drawing/2014/main" id="{C2021A9A-8FD4-1501-639C-E2885EF79EC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40466" t="24704" r="18368" b="19704"/>
          <a:stretch>
            <a:fillRect/>
          </a:stretch>
        </p:blipFill>
        <p:spPr>
          <a:xfrm rot="21396208">
            <a:off x="1360760" y="626729"/>
            <a:ext cx="9181900" cy="57031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7EF5EE-704E-744F-03BF-4274507B093D}"/>
              </a:ext>
            </a:extLst>
          </p:cNvPr>
          <p:cNvSpPr/>
          <p:nvPr/>
        </p:nvSpPr>
        <p:spPr>
          <a:xfrm>
            <a:off x="10365747" y="359742"/>
            <a:ext cx="362826" cy="5663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BA405A-720C-B943-D649-CF0E8FEAB338}"/>
              </a:ext>
            </a:extLst>
          </p:cNvPr>
          <p:cNvSpPr/>
          <p:nvPr/>
        </p:nvSpPr>
        <p:spPr>
          <a:xfrm>
            <a:off x="1109099" y="831607"/>
            <a:ext cx="1238952" cy="576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AD01A04-9D85-076A-1238-C114FA4823D4}"/>
              </a:ext>
            </a:extLst>
          </p:cNvPr>
          <p:cNvSpPr/>
          <p:nvPr/>
        </p:nvSpPr>
        <p:spPr>
          <a:xfrm>
            <a:off x="2348050" y="6023385"/>
            <a:ext cx="8367686" cy="644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6ABA155-18C6-0EF5-1229-2E92AE5EE5FB}"/>
              </a:ext>
            </a:extLst>
          </p:cNvPr>
          <p:cNvSpPr/>
          <p:nvPr/>
        </p:nvSpPr>
        <p:spPr>
          <a:xfrm>
            <a:off x="2348050" y="324629"/>
            <a:ext cx="8017697" cy="506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F5A4F1-81A1-B08F-3B36-6F755DE188BD}"/>
              </a:ext>
            </a:extLst>
          </p:cNvPr>
          <p:cNvSpPr/>
          <p:nvPr/>
        </p:nvSpPr>
        <p:spPr>
          <a:xfrm>
            <a:off x="4125075" y="3520630"/>
            <a:ext cx="1466133" cy="2080010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580237-E3CA-B39E-8A9A-2F3361FBB9DB}"/>
                  </a:ext>
                </a:extLst>
              </p:cNvPr>
              <p:cNvSpPr txBox="1"/>
              <p:nvPr/>
            </p:nvSpPr>
            <p:spPr>
              <a:xfrm>
                <a:off x="5923993" y="4077216"/>
                <a:ext cx="116790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</m:t>
                      </m:r>
                      <m:sSub>
                        <m:sSubPr>
                          <m:ctrlP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i="1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/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𝑑𝑧</m:t>
                      </m:r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18580237-E3CA-B39E-8A9A-2F3361FBB9D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3993" y="4077216"/>
                <a:ext cx="1167902" cy="307777"/>
              </a:xfrm>
              <a:prstGeom prst="rect">
                <a:avLst/>
              </a:prstGeom>
              <a:blipFill>
                <a:blip r:embed="rId5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9DB5E2-8FAD-2FF2-3A03-B8B5F8C68817}"/>
                  </a:ext>
                </a:extLst>
              </p:cNvPr>
              <p:cNvSpPr txBox="1"/>
              <p:nvPr/>
            </p:nvSpPr>
            <p:spPr>
              <a:xfrm>
                <a:off x="3273811" y="5457455"/>
                <a:ext cx="674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1C9DB5E2-8FAD-2FF2-3A03-B8B5F8C688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73811" y="5457455"/>
                <a:ext cx="674232" cy="307777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859D4E1-CD5A-A8DE-53E5-283AC9D27335}"/>
                  </a:ext>
                </a:extLst>
              </p:cNvPr>
              <p:cNvSpPr txBox="1"/>
              <p:nvPr/>
            </p:nvSpPr>
            <p:spPr>
              <a:xfrm>
                <a:off x="3308521" y="3369012"/>
                <a:ext cx="64493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3859D4E1-CD5A-A8DE-53E5-283AC9D27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8521" y="3369012"/>
                <a:ext cx="644938" cy="307777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EF2A6D-B13C-E86F-2BA0-B8986DE1B449}"/>
                  </a:ext>
                </a:extLst>
              </p:cNvPr>
              <p:cNvSpPr txBox="1"/>
              <p:nvPr/>
            </p:nvSpPr>
            <p:spPr>
              <a:xfrm>
                <a:off x="4200435" y="3527714"/>
                <a:ext cx="1384958" cy="32502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𝑑𝑖𝑓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4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6EF2A6D-B13C-E86F-2BA0-B8986DE1B4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435" y="3527714"/>
                <a:ext cx="1384958" cy="32502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0C4663-6072-DE5F-105F-48D7BC0FC4E9}"/>
                  </a:ext>
                </a:extLst>
              </p:cNvPr>
              <p:cNvSpPr txBox="1"/>
              <p:nvPr/>
            </p:nvSpPr>
            <p:spPr>
              <a:xfrm>
                <a:off x="4369206" y="5305096"/>
                <a:ext cx="122094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𝐸</m:t>
                          </m:r>
                        </m:sub>
                      </m:sSub>
                      <m:r>
                        <a:rPr lang="en-US" sz="1400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FF000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400" b="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B20C4663-6072-DE5F-105F-48D7BC0FC4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69206" y="5305096"/>
                <a:ext cx="1220947" cy="307777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8CF270-C77B-8F19-4C32-37242326B61B}"/>
                  </a:ext>
                </a:extLst>
              </p:cNvPr>
              <p:cNvSpPr txBox="1"/>
              <p:nvPr/>
            </p:nvSpPr>
            <p:spPr>
              <a:xfrm>
                <a:off x="4104489" y="5062628"/>
                <a:ext cx="795777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E8CF270-C77B-8F19-4C32-37242326B6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4489" y="5062628"/>
                <a:ext cx="795777" cy="307777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20DF478D-400B-CE33-D3D8-08B5B3F78CB7}"/>
              </a:ext>
            </a:extLst>
          </p:cNvPr>
          <p:cNvCxnSpPr>
            <a:cxnSpLocks/>
          </p:cNvCxnSpPr>
          <p:nvPr/>
        </p:nvCxnSpPr>
        <p:spPr>
          <a:xfrm>
            <a:off x="4125075" y="5356391"/>
            <a:ext cx="146613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201E7C-0C60-04B2-1AA2-B8AAE647D31A}"/>
                  </a:ext>
                </a:extLst>
              </p:cNvPr>
              <p:cNvSpPr txBox="1"/>
              <p:nvPr/>
            </p:nvSpPr>
            <p:spPr>
              <a:xfrm>
                <a:off x="4137912" y="4300011"/>
                <a:ext cx="1466133" cy="58432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𝑎</m:t>
                          </m:r>
                        </m:sub>
                      </m:sSub>
                      <m:r>
                        <a:rPr lang="en-US" sz="1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trlP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0</m:t>
                              </m:r>
                            </m:sub>
                          </m:sSub>
                        </m:sub>
                        <m:sup>
                          <m:sSub>
                            <m:sSubPr>
                              <m:ctrlP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400" i="1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sub>
                          </m:sSub>
                        </m:sup>
                        <m:e>
                          <m:sSubSup>
                            <m:sSubSupPr>
                              <m:ctrlPr>
                                <a:rPr lang="en-US" sz="140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sSubSupPr>
                            <m:e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𝑑𝑖𝑓</m:t>
                              </m:r>
                            </m:sub>
                            <m:sup>
                              <m:r>
                                <a:rPr lang="en-US" sz="1400" b="0" i="1" smtClean="0">
                                  <a:solidFill>
                                    <a:srgbClr val="0070C0"/>
                                  </a:solidFill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−1</m:t>
                              </m:r>
                            </m:sup>
                          </m:sSubSup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 </m:t>
                          </m:r>
                          <m:r>
                            <a:rPr lang="en-US" sz="14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𝑑</m:t>
                          </m:r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𝑐</m:t>
                          </m:r>
                        </m:e>
                      </m:nary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BB201E7C-0C60-04B2-1AA2-B8AAE647D3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37912" y="4300011"/>
                <a:ext cx="1466133" cy="584327"/>
              </a:xfrm>
              <a:prstGeom prst="rect">
                <a:avLst/>
              </a:prstGeom>
              <a:blipFill>
                <a:blip r:embed="rId11"/>
                <a:stretch>
                  <a:fillRect l="-16239" t="-144681" b="-2063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9A4266-8B01-5AF2-8DF6-70E4484FBAE9}"/>
                  </a:ext>
                </a:extLst>
              </p:cNvPr>
              <p:cNvSpPr txBox="1"/>
              <p:nvPr/>
            </p:nvSpPr>
            <p:spPr>
              <a:xfrm>
                <a:off x="4125076" y="5303567"/>
                <a:ext cx="49743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D9A4266-8B01-5AF2-8DF6-70E4484FBA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25076" y="5303567"/>
                <a:ext cx="497439" cy="307777"/>
              </a:xfrm>
              <a:prstGeom prst="rect">
                <a:avLst/>
              </a:prstGeom>
              <a:blipFill>
                <a:blip r:embed="rId1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Left Brace 34">
            <a:extLst>
              <a:ext uri="{FF2B5EF4-FFF2-40B4-BE49-F238E27FC236}">
                <a16:creationId xmlns:a16="http://schemas.microsoft.com/office/drawing/2014/main" id="{4B0EBADB-8407-6A1A-D387-C0E8263A0BB8}"/>
              </a:ext>
            </a:extLst>
          </p:cNvPr>
          <p:cNvSpPr/>
          <p:nvPr/>
        </p:nvSpPr>
        <p:spPr>
          <a:xfrm>
            <a:off x="3850980" y="3526554"/>
            <a:ext cx="237489" cy="2080010"/>
          </a:xfrm>
          <a:prstGeom prst="leftBrace">
            <a:avLst>
              <a:gd name="adj1" fmla="val 147824"/>
              <a:gd name="adj2" fmla="val 50000"/>
            </a:avLst>
          </a:prstGeom>
          <a:ln w="12700">
            <a:solidFill>
              <a:schemeClr val="tx2">
                <a:lumMod val="75000"/>
                <a:lumOff val="25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70C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EEADABA-DF2B-1178-1015-30E7BF0050AC}"/>
                  </a:ext>
                </a:extLst>
              </p:cNvPr>
              <p:cNvSpPr txBox="1"/>
              <p:nvPr/>
            </p:nvSpPr>
            <p:spPr>
              <a:xfrm>
                <a:off x="3516948" y="4406746"/>
                <a:ext cx="346910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US" sz="1400" b="0" i="1" smtClean="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400" dirty="0">
                  <a:solidFill>
                    <a:srgbClr val="0070C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EEADABA-DF2B-1178-1015-30E7BF005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6948" y="4406746"/>
                <a:ext cx="346910" cy="307777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Left Brace 42">
            <a:extLst>
              <a:ext uri="{FF2B5EF4-FFF2-40B4-BE49-F238E27FC236}">
                <a16:creationId xmlns:a16="http://schemas.microsoft.com/office/drawing/2014/main" id="{68353D8D-8857-4229-95AA-10CB710F6739}"/>
              </a:ext>
            </a:extLst>
          </p:cNvPr>
          <p:cNvSpPr/>
          <p:nvPr/>
        </p:nvSpPr>
        <p:spPr>
          <a:xfrm flipH="1">
            <a:off x="5660753" y="3526553"/>
            <a:ext cx="301472" cy="2074085"/>
          </a:xfrm>
          <a:prstGeom prst="leftBrace">
            <a:avLst>
              <a:gd name="adj1" fmla="val 147824"/>
              <a:gd name="adj2" fmla="val 34369"/>
            </a:avLst>
          </a:prstGeom>
          <a:ln w="12700">
            <a:solidFill>
              <a:srgbClr val="FF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2">
                  <a:lumMod val="75000"/>
                  <a:lumOff val="25000"/>
                </a:schemeClr>
              </a:solidFill>
            </a:endParaRPr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C3BC07BD-D58D-2E9E-38C6-830DA5E98CC6}"/>
              </a:ext>
            </a:extLst>
          </p:cNvPr>
          <p:cNvCxnSpPr>
            <a:cxnSpLocks/>
          </p:cNvCxnSpPr>
          <p:nvPr/>
        </p:nvCxnSpPr>
        <p:spPr>
          <a:xfrm>
            <a:off x="8972526" y="4207875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FB842C-F46E-D1F2-6052-3F6CA3DE7C1C}"/>
                  </a:ext>
                </a:extLst>
              </p:cNvPr>
              <p:cNvSpPr txBox="1"/>
              <p:nvPr/>
            </p:nvSpPr>
            <p:spPr>
              <a:xfrm>
                <a:off x="9261772" y="4053313"/>
                <a:ext cx="440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1.5 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48FB842C-F46E-D1F2-6052-3F6CA3DE7C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1772" y="4053313"/>
                <a:ext cx="440482" cy="307777"/>
              </a:xfrm>
              <a:prstGeom prst="rect">
                <a:avLst/>
              </a:prstGeom>
              <a:blipFill>
                <a:blip r:embed="rId14"/>
                <a:stretch>
                  <a:fillRect r="-25000"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2F2E97-4168-58AD-FFCB-182B2273A82D}"/>
                  </a:ext>
                </a:extLst>
              </p:cNvPr>
              <p:cNvSpPr txBox="1"/>
              <p:nvPr/>
            </p:nvSpPr>
            <p:spPr>
              <a:xfrm>
                <a:off x="9263897" y="2676220"/>
                <a:ext cx="44048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552F2E97-4168-58AD-FFCB-182B2273A8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897" y="2676220"/>
                <a:ext cx="440482" cy="307777"/>
              </a:xfrm>
              <a:prstGeom prst="rect">
                <a:avLst/>
              </a:prstGeom>
              <a:blipFill>
                <a:blip r:embed="rId15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1D06C7D-9E15-E5EE-BA45-50607A213E8D}"/>
              </a:ext>
            </a:extLst>
          </p:cNvPr>
          <p:cNvCxnSpPr>
            <a:cxnSpLocks/>
          </p:cNvCxnSpPr>
          <p:nvPr/>
        </p:nvCxnSpPr>
        <p:spPr>
          <a:xfrm>
            <a:off x="8972526" y="2829362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4663734-6929-0ABA-C9FF-6976F9EEA0CD}"/>
              </a:ext>
            </a:extLst>
          </p:cNvPr>
          <p:cNvCxnSpPr>
            <a:cxnSpLocks/>
          </p:cNvCxnSpPr>
          <p:nvPr/>
        </p:nvCxnSpPr>
        <p:spPr>
          <a:xfrm>
            <a:off x="8959092" y="3518619"/>
            <a:ext cx="66391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AD43AF-89A0-7674-85A4-8C56026E8753}"/>
                  </a:ext>
                </a:extLst>
              </p:cNvPr>
              <p:cNvSpPr txBox="1"/>
              <p:nvPr/>
            </p:nvSpPr>
            <p:spPr>
              <a:xfrm>
                <a:off x="8991038" y="3364018"/>
                <a:ext cx="132369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=2.25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6AD43AF-89A0-7674-85A4-8C56026E87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991038" y="3364018"/>
                <a:ext cx="1323691" cy="307777"/>
              </a:xfrm>
              <a:prstGeom prst="rect">
                <a:avLst/>
              </a:prstGeom>
              <a:blipFill>
                <a:blip r:embed="rId16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BC8D9A96-B9C0-D4F8-D3D8-D206A649D402}"/>
              </a:ext>
            </a:extLst>
          </p:cNvPr>
          <p:cNvCxnSpPr>
            <a:cxnSpLocks/>
          </p:cNvCxnSpPr>
          <p:nvPr/>
        </p:nvCxnSpPr>
        <p:spPr>
          <a:xfrm>
            <a:off x="8790368" y="5601084"/>
            <a:ext cx="571318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16E09E-8BB5-C29E-92CF-4F99263802D4}"/>
                  </a:ext>
                </a:extLst>
              </p:cNvPr>
              <p:cNvSpPr txBox="1"/>
              <p:nvPr/>
            </p:nvSpPr>
            <p:spPr>
              <a:xfrm>
                <a:off x="9309115" y="5441085"/>
                <a:ext cx="674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2816E09E-8BB5-C29E-92CF-4F99263802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09115" y="5441085"/>
                <a:ext cx="674232" cy="307777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1639E665-CB2C-7CE5-4830-E48E3B8C9DA3}"/>
              </a:ext>
            </a:extLst>
          </p:cNvPr>
          <p:cNvCxnSpPr>
            <a:cxnSpLocks/>
          </p:cNvCxnSpPr>
          <p:nvPr/>
        </p:nvCxnSpPr>
        <p:spPr>
          <a:xfrm>
            <a:off x="3898531" y="5615203"/>
            <a:ext cx="1278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0" name="Straight Connector 59">
            <a:extLst>
              <a:ext uri="{FF2B5EF4-FFF2-40B4-BE49-F238E27FC236}">
                <a16:creationId xmlns:a16="http://schemas.microsoft.com/office/drawing/2014/main" id="{56343D1E-E21D-22EB-C3D4-B8AB68ECE14C}"/>
              </a:ext>
            </a:extLst>
          </p:cNvPr>
          <p:cNvCxnSpPr>
            <a:cxnSpLocks/>
          </p:cNvCxnSpPr>
          <p:nvPr/>
        </p:nvCxnSpPr>
        <p:spPr>
          <a:xfrm>
            <a:off x="3893722" y="3526646"/>
            <a:ext cx="127894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64B40588-0ED9-0569-E8F9-80CD4EA271B8}"/>
              </a:ext>
            </a:extLst>
          </p:cNvPr>
          <p:cNvCxnSpPr>
            <a:cxnSpLocks/>
          </p:cNvCxnSpPr>
          <p:nvPr/>
        </p:nvCxnSpPr>
        <p:spPr>
          <a:xfrm>
            <a:off x="8972526" y="1438800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5C6E6EE-F4F9-46B3-1726-D6BE08F061C7}"/>
                  </a:ext>
                </a:extLst>
              </p:cNvPr>
              <p:cNvSpPr txBox="1"/>
              <p:nvPr/>
            </p:nvSpPr>
            <p:spPr>
              <a:xfrm>
                <a:off x="9254937" y="1280681"/>
                <a:ext cx="5913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5C6E6EE-F4F9-46B3-1726-D6BE08F061C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4937" y="1280681"/>
                <a:ext cx="591321" cy="307777"/>
              </a:xfrm>
              <a:prstGeom prst="rect">
                <a:avLst/>
              </a:prstGeom>
              <a:blipFill>
                <a:blip r:embed="rId18"/>
                <a:stretch>
                  <a:fillRect b="-1153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24113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6784-A911-FBC8-AC30-3B09AB91E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large sandy area with a tower in the middle&#10;&#10;AI-generated content may be incorrect.">
            <a:extLst>
              <a:ext uri="{FF2B5EF4-FFF2-40B4-BE49-F238E27FC236}">
                <a16:creationId xmlns:a16="http://schemas.microsoft.com/office/drawing/2014/main" id="{9A4B25D7-56FA-94F3-42BD-889A6FF68FB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40466" t="24704" r="18368" b="19704"/>
          <a:stretch>
            <a:fillRect/>
          </a:stretch>
        </p:blipFill>
        <p:spPr>
          <a:xfrm rot="21396208">
            <a:off x="1360760" y="626729"/>
            <a:ext cx="9181900" cy="57031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E747BCC-91D5-0379-98E7-60ADA8A09859}"/>
              </a:ext>
            </a:extLst>
          </p:cNvPr>
          <p:cNvSpPr/>
          <p:nvPr/>
        </p:nvSpPr>
        <p:spPr>
          <a:xfrm>
            <a:off x="10367568" y="359742"/>
            <a:ext cx="362826" cy="5663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0D55DCD-FA54-45E7-A927-9FE3A6963BD5}"/>
              </a:ext>
            </a:extLst>
          </p:cNvPr>
          <p:cNvSpPr/>
          <p:nvPr/>
        </p:nvSpPr>
        <p:spPr>
          <a:xfrm>
            <a:off x="1109099" y="831607"/>
            <a:ext cx="1238952" cy="576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F08A57E6-483F-CD70-F442-25D7046456D9}"/>
              </a:ext>
            </a:extLst>
          </p:cNvPr>
          <p:cNvSpPr/>
          <p:nvPr/>
        </p:nvSpPr>
        <p:spPr>
          <a:xfrm>
            <a:off x="2348050" y="6023385"/>
            <a:ext cx="8367686" cy="644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BE7FAE2-25A8-FCBB-02D8-B39CBC574775}"/>
              </a:ext>
            </a:extLst>
          </p:cNvPr>
          <p:cNvSpPr/>
          <p:nvPr/>
        </p:nvSpPr>
        <p:spPr>
          <a:xfrm>
            <a:off x="2348050" y="324629"/>
            <a:ext cx="8017697" cy="506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ADE3351A-3048-5EDF-5090-69D3C6ED94A6}"/>
              </a:ext>
            </a:extLst>
          </p:cNvPr>
          <p:cNvCxnSpPr>
            <a:cxnSpLocks/>
          </p:cNvCxnSpPr>
          <p:nvPr/>
        </p:nvCxnSpPr>
        <p:spPr>
          <a:xfrm>
            <a:off x="8972526" y="4207875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5450CA-21C3-E43E-2EB3-5B60B0A87CC4}"/>
                  </a:ext>
                </a:extLst>
              </p:cNvPr>
              <p:cNvSpPr txBox="1"/>
              <p:nvPr/>
            </p:nvSpPr>
            <p:spPr>
              <a:xfrm>
                <a:off x="9262460" y="4025320"/>
                <a:ext cx="10056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=1.5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BA5450CA-21C3-E43E-2EB3-5B60B0A87CC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460" y="4025320"/>
                <a:ext cx="1005613" cy="307777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09FCAE-46C8-18C0-5A5F-63AB67AD1CFD}"/>
                  </a:ext>
                </a:extLst>
              </p:cNvPr>
              <p:cNvSpPr txBox="1"/>
              <p:nvPr/>
            </p:nvSpPr>
            <p:spPr>
              <a:xfrm>
                <a:off x="9263896" y="2638896"/>
                <a:ext cx="8878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3F09FCAE-46C8-18C0-5A5F-63AB67AD1C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896" y="2638896"/>
                <a:ext cx="887809" cy="307777"/>
              </a:xfrm>
              <a:prstGeom prst="rect">
                <a:avLst/>
              </a:prstGeom>
              <a:blipFill>
                <a:blip r:embed="rId6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EE7489F-E09D-7378-1D6F-739D4A643447}"/>
              </a:ext>
            </a:extLst>
          </p:cNvPr>
          <p:cNvCxnSpPr>
            <a:cxnSpLocks/>
          </p:cNvCxnSpPr>
          <p:nvPr/>
        </p:nvCxnSpPr>
        <p:spPr>
          <a:xfrm>
            <a:off x="8972526" y="2829362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01547A-ECAD-2887-5C1C-5D58ACD598A8}"/>
                  </a:ext>
                </a:extLst>
              </p:cNvPr>
              <p:cNvSpPr txBox="1"/>
              <p:nvPr/>
            </p:nvSpPr>
            <p:spPr>
              <a:xfrm>
                <a:off x="9264459" y="3326604"/>
                <a:ext cx="11012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=2.25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6D01547A-ECAD-2887-5C1C-5D58ACD598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459" y="3326604"/>
                <a:ext cx="1101288" cy="307777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F39C02D-34F0-F904-F2F7-2E2BA2EDD395}"/>
                  </a:ext>
                </a:extLst>
              </p:cNvPr>
              <p:cNvSpPr txBox="1"/>
              <p:nvPr/>
            </p:nvSpPr>
            <p:spPr>
              <a:xfrm>
                <a:off x="9271613" y="5423430"/>
                <a:ext cx="674232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𝑧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=0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F39C02D-34F0-F904-F2F7-2E2BA2EDD3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71613" y="5423430"/>
                <a:ext cx="674232" cy="30777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FCBD86DA-4DEF-BCA4-7679-76CAC161FEB4}"/>
              </a:ext>
            </a:extLst>
          </p:cNvPr>
          <p:cNvCxnSpPr>
            <a:cxnSpLocks/>
          </p:cNvCxnSpPr>
          <p:nvPr/>
        </p:nvCxnSpPr>
        <p:spPr>
          <a:xfrm>
            <a:off x="8972526" y="1438800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6CBBB0C-1CB4-1DA6-01E8-A668F69DC9E8}"/>
                  </a:ext>
                </a:extLst>
              </p:cNvPr>
              <p:cNvSpPr txBox="1"/>
              <p:nvPr/>
            </p:nvSpPr>
            <p:spPr>
              <a:xfrm>
                <a:off x="9264268" y="1262019"/>
                <a:ext cx="5913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A6CBBB0C-1CB4-1DA6-01E8-A668F69DC9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268" y="1262019"/>
                <a:ext cx="591321" cy="307777"/>
              </a:xfrm>
              <a:prstGeom prst="rect">
                <a:avLst/>
              </a:prstGeom>
              <a:blipFill>
                <a:blip r:embed="rId9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7310D82D-BCEB-FE19-7626-CBE07935AB61}"/>
              </a:ext>
            </a:extLst>
          </p:cNvPr>
          <p:cNvCxnSpPr>
            <a:cxnSpLocks/>
          </p:cNvCxnSpPr>
          <p:nvPr/>
        </p:nvCxnSpPr>
        <p:spPr>
          <a:xfrm>
            <a:off x="8972525" y="3512475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78DA82B-4046-54FA-7ADB-EB0B151EF77E}"/>
              </a:ext>
            </a:extLst>
          </p:cNvPr>
          <p:cNvCxnSpPr>
            <a:cxnSpLocks/>
          </p:cNvCxnSpPr>
          <p:nvPr/>
        </p:nvCxnSpPr>
        <p:spPr>
          <a:xfrm>
            <a:off x="8978442" y="5601084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10512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20FFE8-FB13-0496-40C9-F83E163C9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Picture 17" descr="A large sandy area with a tower in the middle&#10;&#10;AI-generated content may be incorrect.">
            <a:extLst>
              <a:ext uri="{FF2B5EF4-FFF2-40B4-BE49-F238E27FC236}">
                <a16:creationId xmlns:a16="http://schemas.microsoft.com/office/drawing/2014/main" id="{9053A40D-8B23-6D03-BE51-2D0B0A7F5E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  <a14:imgEffect>
                      <a14:colorTemperature colorTemp="5900"/>
                    </a14:imgEffect>
                    <a14:imgEffect>
                      <a14:brightnessContrast contrast="40000"/>
                    </a14:imgEffect>
                  </a14:imgLayer>
                </a14:imgProps>
              </a:ext>
            </a:extLst>
          </a:blip>
          <a:srcRect l="40466" t="24704" r="18368" b="19704"/>
          <a:stretch>
            <a:fillRect/>
          </a:stretch>
        </p:blipFill>
        <p:spPr>
          <a:xfrm rot="21396208">
            <a:off x="1360760" y="626729"/>
            <a:ext cx="9181900" cy="570316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BF4A8F4-6AA7-6C5C-D67D-DE7C3F8DF6F8}"/>
              </a:ext>
            </a:extLst>
          </p:cNvPr>
          <p:cNvSpPr/>
          <p:nvPr/>
        </p:nvSpPr>
        <p:spPr>
          <a:xfrm>
            <a:off x="10367568" y="359742"/>
            <a:ext cx="362826" cy="566364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79AF463-EA8F-5889-D8A0-35E8AD480CC5}"/>
              </a:ext>
            </a:extLst>
          </p:cNvPr>
          <p:cNvSpPr/>
          <p:nvPr/>
        </p:nvSpPr>
        <p:spPr>
          <a:xfrm>
            <a:off x="1109099" y="831607"/>
            <a:ext cx="1238952" cy="576527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EB12791-20AE-04D8-7E4C-A3CB69D57F68}"/>
              </a:ext>
            </a:extLst>
          </p:cNvPr>
          <p:cNvSpPr/>
          <p:nvPr/>
        </p:nvSpPr>
        <p:spPr>
          <a:xfrm>
            <a:off x="2348050" y="6023385"/>
            <a:ext cx="8367686" cy="64495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AD0D522-7AA2-1CDF-585D-A61391AFE8BB}"/>
              </a:ext>
            </a:extLst>
          </p:cNvPr>
          <p:cNvSpPr/>
          <p:nvPr/>
        </p:nvSpPr>
        <p:spPr>
          <a:xfrm>
            <a:off x="2348050" y="324629"/>
            <a:ext cx="8017697" cy="5069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17806EC8-03AD-6366-39D8-632739B4FA6C}"/>
              </a:ext>
            </a:extLst>
          </p:cNvPr>
          <p:cNvCxnSpPr>
            <a:cxnSpLocks/>
          </p:cNvCxnSpPr>
          <p:nvPr/>
        </p:nvCxnSpPr>
        <p:spPr>
          <a:xfrm>
            <a:off x="8972526" y="4207875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2CF12C-DABD-FB24-7A97-0359086F9A83}"/>
                  </a:ext>
                </a:extLst>
              </p:cNvPr>
              <p:cNvSpPr txBox="1"/>
              <p:nvPr/>
            </p:nvSpPr>
            <p:spPr>
              <a:xfrm>
                <a:off x="9262460" y="4025320"/>
                <a:ext cx="1005613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𝑙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=1.5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D82CF12C-DABD-FB24-7A97-0359086F9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2460" y="4025320"/>
                <a:ext cx="1005613" cy="307777"/>
              </a:xfrm>
              <a:prstGeom prst="rect">
                <a:avLst/>
              </a:prstGeom>
              <a:blipFill>
                <a:blip r:embed="rId5"/>
                <a:stretch>
                  <a:fillRect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D62D8-F070-ACAE-27AC-723B2EB9D8CA}"/>
                  </a:ext>
                </a:extLst>
              </p:cNvPr>
              <p:cNvSpPr txBox="1"/>
              <p:nvPr/>
            </p:nvSpPr>
            <p:spPr>
              <a:xfrm>
                <a:off x="9263896" y="2638896"/>
                <a:ext cx="887809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𝑢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</m:t>
                      </m:r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3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94D62D8-F070-ACAE-27AC-723B2EB9D8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3896" y="2638896"/>
                <a:ext cx="887809" cy="307777"/>
              </a:xfrm>
              <a:prstGeom prst="rect">
                <a:avLst/>
              </a:prstGeom>
              <a:blipFill>
                <a:blip r:embed="rId6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D7C5DE1-E507-5E1F-EDC1-7E9C9F40F0BA}"/>
              </a:ext>
            </a:extLst>
          </p:cNvPr>
          <p:cNvCxnSpPr>
            <a:cxnSpLocks/>
          </p:cNvCxnSpPr>
          <p:nvPr/>
        </p:nvCxnSpPr>
        <p:spPr>
          <a:xfrm>
            <a:off x="8972526" y="2829362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1B226D-D54F-BE95-62C1-8D25863E7C78}"/>
                  </a:ext>
                </a:extLst>
              </p:cNvPr>
              <p:cNvSpPr txBox="1"/>
              <p:nvPr/>
            </p:nvSpPr>
            <p:spPr>
              <a:xfrm>
                <a:off x="9264459" y="3326604"/>
                <a:ext cx="1101288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400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=2.25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01B226D-D54F-BE95-62C1-8D25863E7C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459" y="3326604"/>
                <a:ext cx="1101288" cy="307777"/>
              </a:xfrm>
              <a:prstGeom prst="rect">
                <a:avLst/>
              </a:prstGeom>
              <a:blipFill>
                <a:blip r:embed="rId7"/>
                <a:stretch>
                  <a:fillRect b="-12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ACC5A20-6264-4E68-A8D9-D29D779073EA}"/>
              </a:ext>
            </a:extLst>
          </p:cNvPr>
          <p:cNvCxnSpPr>
            <a:cxnSpLocks/>
          </p:cNvCxnSpPr>
          <p:nvPr/>
        </p:nvCxnSpPr>
        <p:spPr>
          <a:xfrm>
            <a:off x="8972526" y="1438800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6700C4C-3E88-19E9-FCEB-625A06DBE3B2}"/>
                  </a:ext>
                </a:extLst>
              </p:cNvPr>
              <p:cNvSpPr txBox="1"/>
              <p:nvPr/>
            </p:nvSpPr>
            <p:spPr>
              <a:xfrm>
                <a:off x="9264268" y="1262019"/>
                <a:ext cx="591321" cy="30777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sz="1400" i="1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4</m:t>
                      </m:r>
                      <m:r>
                        <a:rPr lang="en-US" sz="1400" b="0" i="1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.5 </m:t>
                      </m:r>
                      <m:r>
                        <m:rPr>
                          <m:sty m:val="p"/>
                        </m:rPr>
                        <a:rPr lang="en-US" sz="1400" b="0" i="0" smtClean="0">
                          <a:latin typeface="Cambria Math" panose="02040503050406030204" pitchFamily="18" charset="0"/>
                          <a:cs typeface="Times New Roman" panose="02020603050405020304" pitchFamily="18" charset="0"/>
                        </a:rPr>
                        <m:t>m</m:t>
                      </m:r>
                    </m:oMath>
                  </m:oMathPara>
                </a14:m>
                <a:endParaRPr lang="en-US" sz="14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3" name="TextBox 62">
                <a:extLst>
                  <a:ext uri="{FF2B5EF4-FFF2-40B4-BE49-F238E27FC236}">
                    <a16:creationId xmlns:a16="http://schemas.microsoft.com/office/drawing/2014/main" id="{66700C4C-3E88-19E9-FCEB-625A06DBE3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64268" y="1262019"/>
                <a:ext cx="591321" cy="307777"/>
              </a:xfrm>
              <a:prstGeom prst="rect">
                <a:avLst/>
              </a:prstGeom>
              <a:blipFill>
                <a:blip r:embed="rId8"/>
                <a:stretch>
                  <a:fillRect b="-1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9430DC2D-FBB9-F99E-B848-99EEEB6FFA5A}"/>
              </a:ext>
            </a:extLst>
          </p:cNvPr>
          <p:cNvCxnSpPr>
            <a:cxnSpLocks/>
          </p:cNvCxnSpPr>
          <p:nvPr/>
        </p:nvCxnSpPr>
        <p:spPr>
          <a:xfrm>
            <a:off x="8972525" y="3512475"/>
            <a:ext cx="336589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2269306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FA4405-8571-6A30-1D67-C77F79568D7A}"/>
              </a:ext>
            </a:extLst>
          </p:cNvPr>
          <p:cNvSpPr/>
          <p:nvPr/>
        </p:nvSpPr>
        <p:spPr>
          <a:xfrm>
            <a:off x="6875362" y="2028585"/>
            <a:ext cx="2069515" cy="3492539"/>
          </a:xfrm>
          <a:prstGeom prst="rect">
            <a:avLst/>
          </a:prstGeom>
          <a:gradFill>
            <a:gsLst>
              <a:gs pos="0">
                <a:schemeClr val="bg1"/>
              </a:gs>
              <a:gs pos="11000">
                <a:schemeClr val="bg1"/>
              </a:gs>
              <a:gs pos="83000">
                <a:srgbClr val="EBB675"/>
              </a:gs>
              <a:gs pos="100000">
                <a:srgbClr val="E28644"/>
              </a:gs>
            </a:gsLst>
            <a:lin ang="5400000" scaled="1"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8C743DC-5FAA-5A89-99B5-6AB7D84426E9}"/>
              </a:ext>
            </a:extLst>
          </p:cNvPr>
          <p:cNvCxnSpPr>
            <a:cxnSpLocks/>
          </p:cNvCxnSpPr>
          <p:nvPr/>
        </p:nvCxnSpPr>
        <p:spPr>
          <a:xfrm flipV="1">
            <a:off x="6875362" y="2830009"/>
            <a:ext cx="2069515" cy="1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112A404-EABE-B84B-6CC0-8C96472FD823}"/>
              </a:ext>
            </a:extLst>
          </p:cNvPr>
          <p:cNvCxnSpPr>
            <a:cxnSpLocks/>
          </p:cNvCxnSpPr>
          <p:nvPr/>
        </p:nvCxnSpPr>
        <p:spPr>
          <a:xfrm>
            <a:off x="6875362" y="5082672"/>
            <a:ext cx="2069515" cy="0"/>
          </a:xfrm>
          <a:prstGeom prst="line">
            <a:avLst/>
          </a:prstGeom>
          <a:ln w="6350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FA927068-BC80-DE8F-9C57-604C724D6C10}"/>
              </a:ext>
            </a:extLst>
          </p:cNvPr>
          <p:cNvSpPr/>
          <p:nvPr/>
        </p:nvSpPr>
        <p:spPr>
          <a:xfrm>
            <a:off x="6163448" y="2818880"/>
            <a:ext cx="187061" cy="2700044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3CEC4BE-0D97-CC95-CECC-ED01D48D9764}"/>
              </a:ext>
            </a:extLst>
          </p:cNvPr>
          <p:cNvSpPr/>
          <p:nvPr/>
        </p:nvSpPr>
        <p:spPr>
          <a:xfrm>
            <a:off x="6607969" y="2830008"/>
            <a:ext cx="186399" cy="2252663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C9E1F93D-2B35-7F06-249D-8E537232C560}"/>
              </a:ext>
            </a:extLst>
          </p:cNvPr>
          <p:cNvSpPr/>
          <p:nvPr/>
        </p:nvSpPr>
        <p:spPr>
          <a:xfrm>
            <a:off x="6607969" y="5082672"/>
            <a:ext cx="187061" cy="434054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078187-A194-369B-F739-F46F44D96511}"/>
                  </a:ext>
                </a:extLst>
              </p:cNvPr>
              <p:cNvSpPr txBox="1"/>
              <p:nvPr/>
            </p:nvSpPr>
            <p:spPr>
              <a:xfrm>
                <a:off x="6877478" y="5338085"/>
                <a:ext cx="39433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4A078187-A194-369B-F739-F46F44D965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7478" y="5338085"/>
                <a:ext cx="394339" cy="184666"/>
              </a:xfrm>
              <a:prstGeom prst="rect">
                <a:avLst/>
              </a:prstGeom>
              <a:blipFill>
                <a:blip r:embed="rId2"/>
                <a:stretch>
                  <a:fillRect l="-6250" r="-9375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C8035E-3B7D-B006-DFD1-748FFCD2965F}"/>
                  </a:ext>
                </a:extLst>
              </p:cNvPr>
              <p:cNvSpPr txBox="1"/>
              <p:nvPr/>
            </p:nvSpPr>
            <p:spPr>
              <a:xfrm>
                <a:off x="6878516" y="2645403"/>
                <a:ext cx="42966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DC8035E-3B7D-B006-DFD1-748FFCD296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8516" y="2645403"/>
                <a:ext cx="429668" cy="184666"/>
              </a:xfrm>
              <a:prstGeom prst="rect">
                <a:avLst/>
              </a:prstGeom>
              <a:blipFill>
                <a:blip r:embed="rId3"/>
                <a:stretch>
                  <a:fillRect l="-5714" r="-2857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0DC482-3128-22C5-6AC4-7DD415B67618}"/>
                  </a:ext>
                </a:extLst>
              </p:cNvPr>
              <p:cNvSpPr txBox="1"/>
              <p:nvPr/>
            </p:nvSpPr>
            <p:spPr>
              <a:xfrm>
                <a:off x="6420261" y="3809252"/>
                <a:ext cx="15997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530DC482-3128-22C5-6AC4-7DD415B676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261" y="3809252"/>
                <a:ext cx="159979" cy="184666"/>
              </a:xfrm>
              <a:prstGeom prst="rect">
                <a:avLst/>
              </a:prstGeom>
              <a:blipFill>
                <a:blip r:embed="rId4"/>
                <a:stretch>
                  <a:fillRect l="-15385" r="-769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CA9A0E-24D9-B5DF-B5C0-4486A29C6253}"/>
                  </a:ext>
                </a:extLst>
              </p:cNvPr>
              <p:cNvSpPr txBox="1"/>
              <p:nvPr/>
            </p:nvSpPr>
            <p:spPr>
              <a:xfrm>
                <a:off x="6417086" y="5155006"/>
                <a:ext cx="16562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F2CA9A0E-24D9-B5DF-B5C0-4486A29C62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086" y="5155006"/>
                <a:ext cx="165622" cy="184666"/>
              </a:xfrm>
              <a:prstGeom prst="rect">
                <a:avLst/>
              </a:prstGeom>
              <a:blipFill>
                <a:blip r:embed="rId5"/>
                <a:stretch>
                  <a:fillRect l="-14286" r="-714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5638C1-7A7B-6D54-F166-02BDF3A91534}"/>
                  </a:ext>
                </a:extLst>
              </p:cNvPr>
              <p:cNvSpPr txBox="1"/>
              <p:nvPr/>
            </p:nvSpPr>
            <p:spPr>
              <a:xfrm>
                <a:off x="5989224" y="4033722"/>
                <a:ext cx="14350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C65638C1-7A7B-6D54-F166-02BDF3A91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89224" y="4033722"/>
                <a:ext cx="143501" cy="184666"/>
              </a:xfrm>
              <a:prstGeom prst="rect">
                <a:avLst/>
              </a:prstGeom>
              <a:blipFill>
                <a:blip r:embed="rId6"/>
                <a:stretch>
                  <a:fillRect l="-16667" r="-833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own Arrow 17">
            <a:extLst>
              <a:ext uri="{FF2B5EF4-FFF2-40B4-BE49-F238E27FC236}">
                <a16:creationId xmlns:a16="http://schemas.microsoft.com/office/drawing/2014/main" id="{29885A1D-651A-D6C0-060C-445E69D2A4AD}"/>
              </a:ext>
            </a:extLst>
          </p:cNvPr>
          <p:cNvSpPr/>
          <p:nvPr/>
        </p:nvSpPr>
        <p:spPr>
          <a:xfrm>
            <a:off x="7452413" y="2830010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CA2A0BD3-625B-CAEF-5FF9-2D82A3C61240}"/>
              </a:ext>
            </a:extLst>
          </p:cNvPr>
          <p:cNvSpPr/>
          <p:nvPr/>
        </p:nvSpPr>
        <p:spPr>
          <a:xfrm rot="10800000">
            <a:off x="7452413" y="2495142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5745E4-2358-E72C-8C8A-C7B75D376052}"/>
                  </a:ext>
                </a:extLst>
              </p:cNvPr>
              <p:cNvSpPr txBox="1"/>
              <p:nvPr/>
            </p:nvSpPr>
            <p:spPr>
              <a:xfrm>
                <a:off x="7579269" y="2406362"/>
                <a:ext cx="298800" cy="19947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𝑑𝑖𝑓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FB5745E4-2358-E72C-8C8A-C7B75D3760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79269" y="2406362"/>
                <a:ext cx="298800" cy="199478"/>
              </a:xfrm>
              <a:prstGeom prst="rect">
                <a:avLst/>
              </a:prstGeom>
              <a:blipFill>
                <a:blip r:embed="rId7"/>
                <a:stretch>
                  <a:fillRect l="-12000" r="-8000" b="-25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2629F9-DF57-BD0D-FD98-83A96B38363D}"/>
                  </a:ext>
                </a:extLst>
              </p:cNvPr>
              <p:cNvSpPr txBox="1"/>
              <p:nvPr/>
            </p:nvSpPr>
            <p:spPr>
              <a:xfrm>
                <a:off x="7585289" y="3054181"/>
                <a:ext cx="15978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E02629F9-DF57-BD0D-FD98-83A96B3836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5289" y="3054181"/>
                <a:ext cx="159787" cy="184666"/>
              </a:xfrm>
              <a:prstGeom prst="rect">
                <a:avLst/>
              </a:prstGeom>
              <a:blipFill>
                <a:blip r:embed="rId8"/>
                <a:stretch>
                  <a:fillRect l="-2142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Down Arrow 22">
            <a:extLst>
              <a:ext uri="{FF2B5EF4-FFF2-40B4-BE49-F238E27FC236}">
                <a16:creationId xmlns:a16="http://schemas.microsoft.com/office/drawing/2014/main" id="{641FB583-2190-3BFA-243A-EE4688212D35}"/>
              </a:ext>
            </a:extLst>
          </p:cNvPr>
          <p:cNvSpPr/>
          <p:nvPr/>
        </p:nvSpPr>
        <p:spPr>
          <a:xfrm>
            <a:off x="7455714" y="5082672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B484D737-6CDB-19F3-593A-8984BED50ECE}"/>
              </a:ext>
            </a:extLst>
          </p:cNvPr>
          <p:cNvSpPr/>
          <p:nvPr/>
        </p:nvSpPr>
        <p:spPr>
          <a:xfrm rot="10800000">
            <a:off x="7455714" y="4747804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DF448F-6370-237C-0EA5-F80FE94292C8}"/>
                  </a:ext>
                </a:extLst>
              </p:cNvPr>
              <p:cNvSpPr txBox="1"/>
              <p:nvPr/>
            </p:nvSpPr>
            <p:spPr>
              <a:xfrm>
                <a:off x="7582570" y="4659024"/>
                <a:ext cx="1927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12DF448F-6370-237C-0EA5-F80FE94292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2570" y="4659024"/>
                <a:ext cx="192745" cy="184666"/>
              </a:xfrm>
              <a:prstGeom prst="rect">
                <a:avLst/>
              </a:prstGeom>
              <a:blipFill>
                <a:blip r:embed="rId9"/>
                <a:stretch>
                  <a:fillRect l="-20000" r="-13333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6ABC68-3718-B5C5-392D-DBD3988EBBE6}"/>
                  </a:ext>
                </a:extLst>
              </p:cNvPr>
              <p:cNvSpPr txBox="1"/>
              <p:nvPr/>
            </p:nvSpPr>
            <p:spPr>
              <a:xfrm>
                <a:off x="7588590" y="5306843"/>
                <a:ext cx="19915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C46ABC68-3718-B5C5-392D-DBD3988EBB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88590" y="5306843"/>
                <a:ext cx="199157" cy="184666"/>
              </a:xfrm>
              <a:prstGeom prst="rect">
                <a:avLst/>
              </a:prstGeom>
              <a:blipFill>
                <a:blip r:embed="rId10"/>
                <a:stretch>
                  <a:fillRect l="-17647" r="-588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6BAA8D-B402-B374-47BE-3A03109425D2}"/>
                  </a:ext>
                </a:extLst>
              </p:cNvPr>
              <p:cNvSpPr txBox="1"/>
              <p:nvPr/>
            </p:nvSpPr>
            <p:spPr>
              <a:xfrm>
                <a:off x="9238985" y="3344209"/>
                <a:ext cx="562526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E06BAA8D-B402-B374-47BE-3A03109425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38985" y="3344209"/>
                <a:ext cx="562526" cy="350609"/>
              </a:xfrm>
              <a:prstGeom prst="rect">
                <a:avLst/>
              </a:prstGeom>
              <a:blipFill>
                <a:blip r:embed="rId11"/>
                <a:stretch>
                  <a:fillRect l="-6667" r="-6667" b="-1428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eft Brace 28">
            <a:extLst>
              <a:ext uri="{FF2B5EF4-FFF2-40B4-BE49-F238E27FC236}">
                <a16:creationId xmlns:a16="http://schemas.microsoft.com/office/drawing/2014/main" id="{25E9108F-4A99-A2CD-83E6-890C53EAEBCE}"/>
              </a:ext>
            </a:extLst>
          </p:cNvPr>
          <p:cNvSpPr/>
          <p:nvPr/>
        </p:nvSpPr>
        <p:spPr>
          <a:xfrm rot="10800000">
            <a:off x="9011078" y="2028584"/>
            <a:ext cx="186401" cy="3054087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4AC7BC99-462E-6AB0-7A32-5561AB4E3AF1}"/>
              </a:ext>
            </a:extLst>
          </p:cNvPr>
          <p:cNvSpPr/>
          <p:nvPr/>
        </p:nvSpPr>
        <p:spPr>
          <a:xfrm>
            <a:off x="7835797" y="5362579"/>
            <a:ext cx="513050" cy="469896"/>
          </a:xfrm>
          <a:prstGeom prst="arc">
            <a:avLst>
              <a:gd name="adj1" fmla="val 12361934"/>
              <a:gd name="adj2" fmla="val 19020361"/>
            </a:avLst>
          </a:prstGeom>
          <a:ln w="317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C9D453CE-19AF-73C1-0987-5F4D1A801871}"/>
              </a:ext>
            </a:extLst>
          </p:cNvPr>
          <p:cNvGrpSpPr/>
          <p:nvPr/>
        </p:nvGrpSpPr>
        <p:grpSpPr>
          <a:xfrm>
            <a:off x="4357779" y="2818880"/>
            <a:ext cx="294585" cy="215236"/>
            <a:chOff x="4357779" y="2818880"/>
            <a:chExt cx="294585" cy="21523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73DF7B2B-E39E-0DFA-31B3-47E1C60D3B5F}"/>
                </a:ext>
              </a:extLst>
            </p:cNvPr>
            <p:cNvSpPr/>
            <p:nvPr/>
          </p:nvSpPr>
          <p:spPr>
            <a:xfrm>
              <a:off x="4377846" y="2901147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3ACBBEE5-BC01-9882-6A14-E85B4FA3CD6E}"/>
                </a:ext>
              </a:extLst>
            </p:cNvPr>
            <p:cNvSpPr/>
            <p:nvPr/>
          </p:nvSpPr>
          <p:spPr>
            <a:xfrm>
              <a:off x="4424454" y="2980794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C71502F7-FCD6-124B-3DE6-58029765B517}"/>
                </a:ext>
              </a:extLst>
            </p:cNvPr>
            <p:cNvSpPr/>
            <p:nvPr/>
          </p:nvSpPr>
          <p:spPr>
            <a:xfrm>
              <a:off x="4495321" y="2980522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0203016B-4F11-D08D-13E3-919D13519F84}"/>
                </a:ext>
              </a:extLst>
            </p:cNvPr>
            <p:cNvSpPr/>
            <p:nvPr/>
          </p:nvSpPr>
          <p:spPr>
            <a:xfrm>
              <a:off x="4357779" y="2942694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DA707315-DD99-88D9-E593-EDB0CD857E88}"/>
                </a:ext>
              </a:extLst>
            </p:cNvPr>
            <p:cNvSpPr/>
            <p:nvPr/>
          </p:nvSpPr>
          <p:spPr>
            <a:xfrm>
              <a:off x="4428646" y="3024972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4E8FF2D-8D56-944F-0859-A0DF0DC82E97}"/>
                </a:ext>
              </a:extLst>
            </p:cNvPr>
            <p:cNvSpPr/>
            <p:nvPr/>
          </p:nvSpPr>
          <p:spPr>
            <a:xfrm>
              <a:off x="4530246" y="3002747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5D0C34F5-139A-6B5C-BD79-0BD8B366B0E0}"/>
                </a:ext>
              </a:extLst>
            </p:cNvPr>
            <p:cNvSpPr/>
            <p:nvPr/>
          </p:nvSpPr>
          <p:spPr>
            <a:xfrm>
              <a:off x="4438171" y="293289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4DFB6B9D-98D1-2112-19A9-FF88E2793318}"/>
                </a:ext>
              </a:extLst>
            </p:cNvPr>
            <p:cNvSpPr/>
            <p:nvPr/>
          </p:nvSpPr>
          <p:spPr>
            <a:xfrm>
              <a:off x="4511196" y="291384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29D38B85-1F6D-BEA5-A73B-9E273B88A91E}"/>
                </a:ext>
              </a:extLst>
            </p:cNvPr>
            <p:cNvSpPr/>
            <p:nvPr/>
          </p:nvSpPr>
          <p:spPr>
            <a:xfrm>
              <a:off x="4468904" y="2914119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FA49E46E-F4A0-5D11-6D78-F5DA4DD5FF53}"/>
                </a:ext>
              </a:extLst>
            </p:cNvPr>
            <p:cNvSpPr/>
            <p:nvPr/>
          </p:nvSpPr>
          <p:spPr>
            <a:xfrm>
              <a:off x="4473096" y="295829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B9593914-D418-7D32-D35F-176C7B07EE67}"/>
                </a:ext>
              </a:extLst>
            </p:cNvPr>
            <p:cNvSpPr/>
            <p:nvPr/>
          </p:nvSpPr>
          <p:spPr>
            <a:xfrm>
              <a:off x="4516601" y="2818880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E5B1D0B-88ED-4CA8-B3E3-27116227CC39}"/>
                </a:ext>
              </a:extLst>
            </p:cNvPr>
            <p:cNvSpPr/>
            <p:nvPr/>
          </p:nvSpPr>
          <p:spPr>
            <a:xfrm>
              <a:off x="4563209" y="2898527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FAB94BE7-5464-BD72-8809-EC17C8035880}"/>
                </a:ext>
              </a:extLst>
            </p:cNvPr>
            <p:cNvSpPr/>
            <p:nvPr/>
          </p:nvSpPr>
          <p:spPr>
            <a:xfrm>
              <a:off x="4634076" y="2898255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EA904322-2A24-C4E8-7E5F-17EEA98B4B61}"/>
                </a:ext>
              </a:extLst>
            </p:cNvPr>
            <p:cNvSpPr/>
            <p:nvPr/>
          </p:nvSpPr>
          <p:spPr>
            <a:xfrm>
              <a:off x="4496534" y="2860427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7533149E-3735-4E21-2E5C-5137ADDFDD8C}"/>
                </a:ext>
              </a:extLst>
            </p:cNvPr>
            <p:cNvSpPr/>
            <p:nvPr/>
          </p:nvSpPr>
          <p:spPr>
            <a:xfrm>
              <a:off x="4567401" y="2942705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36D9098B-EB24-7C7E-DC7F-A6A9D442FC16}"/>
                </a:ext>
              </a:extLst>
            </p:cNvPr>
            <p:cNvSpPr/>
            <p:nvPr/>
          </p:nvSpPr>
          <p:spPr>
            <a:xfrm>
              <a:off x="4576926" y="285063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F03B8E15-D98E-D655-732E-C8C903D79E8A}"/>
                </a:ext>
              </a:extLst>
            </p:cNvPr>
            <p:cNvSpPr/>
            <p:nvPr/>
          </p:nvSpPr>
          <p:spPr>
            <a:xfrm>
              <a:off x="4611851" y="287603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9874D48C-4BAB-12DE-2544-AC54C1B37BFC}"/>
              </a:ext>
            </a:extLst>
          </p:cNvPr>
          <p:cNvGrpSpPr/>
          <p:nvPr/>
        </p:nvGrpSpPr>
        <p:grpSpPr>
          <a:xfrm>
            <a:off x="8192296" y="4422619"/>
            <a:ext cx="233387" cy="492619"/>
            <a:chOff x="8192296" y="4422619"/>
            <a:chExt cx="233387" cy="492619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6C03CFA6-AA24-2489-AAFB-40FA39D22361}"/>
                </a:ext>
              </a:extLst>
            </p:cNvPr>
            <p:cNvSpPr/>
            <p:nvPr/>
          </p:nvSpPr>
          <p:spPr>
            <a:xfrm>
              <a:off x="8192296" y="4422619"/>
              <a:ext cx="192745" cy="492619"/>
            </a:xfrm>
            <a:prstGeom prst="arc">
              <a:avLst>
                <a:gd name="adj1" fmla="val 3393486"/>
                <a:gd name="adj2" fmla="val 17501191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B8F67479-8A0A-AF12-BAB3-F32E027F6F7A}"/>
                </a:ext>
              </a:extLst>
            </p:cNvPr>
            <p:cNvSpPr/>
            <p:nvPr/>
          </p:nvSpPr>
          <p:spPr>
            <a:xfrm>
              <a:off x="8354182" y="46070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01871804-6E59-7A00-2612-2A7E34C8A24F}"/>
                </a:ext>
              </a:extLst>
            </p:cNvPr>
            <p:cNvSpPr/>
            <p:nvPr/>
          </p:nvSpPr>
          <p:spPr>
            <a:xfrm>
              <a:off x="8389107" y="46292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59F25B3E-3C3D-C538-4641-5F8E0A6C4D84}"/>
                </a:ext>
              </a:extLst>
            </p:cNvPr>
            <p:cNvSpPr/>
            <p:nvPr/>
          </p:nvSpPr>
          <p:spPr>
            <a:xfrm>
              <a:off x="8370057" y="45403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2DB64410-3257-BC2E-CE5E-313DC7E61995}"/>
                </a:ext>
              </a:extLst>
            </p:cNvPr>
            <p:cNvSpPr/>
            <p:nvPr/>
          </p:nvSpPr>
          <p:spPr>
            <a:xfrm>
              <a:off x="8327765" y="454063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031B9EF0-35FB-09B2-521D-7C72DCFAEA21}"/>
                </a:ext>
              </a:extLst>
            </p:cNvPr>
            <p:cNvSpPr/>
            <p:nvPr/>
          </p:nvSpPr>
          <p:spPr>
            <a:xfrm>
              <a:off x="8331957" y="45848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970563D6-BDEA-3B3C-18EF-CEC0EBF18326}"/>
              </a:ext>
            </a:extLst>
          </p:cNvPr>
          <p:cNvGrpSpPr/>
          <p:nvPr/>
        </p:nvGrpSpPr>
        <p:grpSpPr>
          <a:xfrm>
            <a:off x="8045190" y="2137824"/>
            <a:ext cx="514145" cy="1562306"/>
            <a:chOff x="8045190" y="2137824"/>
            <a:chExt cx="514145" cy="1562306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92C6E321-77D2-3764-0C13-76035D22D751}"/>
                </a:ext>
              </a:extLst>
            </p:cNvPr>
            <p:cNvSpPr/>
            <p:nvPr/>
          </p:nvSpPr>
          <p:spPr>
            <a:xfrm>
              <a:off x="8054723" y="2137824"/>
              <a:ext cx="504612" cy="1562306"/>
            </a:xfrm>
            <a:prstGeom prst="arc">
              <a:avLst>
                <a:gd name="adj1" fmla="val 16200000"/>
                <a:gd name="adj2" fmla="val 14382097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90513A87-EE96-0938-F972-0BC36E61729C}"/>
                </a:ext>
              </a:extLst>
            </p:cNvPr>
            <p:cNvSpPr/>
            <p:nvPr/>
          </p:nvSpPr>
          <p:spPr>
            <a:xfrm>
              <a:off x="8045190" y="24768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71400F28-3A94-380E-C687-400EAAF5A0E9}"/>
                </a:ext>
              </a:extLst>
            </p:cNvPr>
            <p:cNvSpPr/>
            <p:nvPr/>
          </p:nvSpPr>
          <p:spPr>
            <a:xfrm>
              <a:off x="8116057" y="24766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2DF19EFD-CC46-6A89-70F1-8F982D777DFF}"/>
                </a:ext>
              </a:extLst>
            </p:cNvPr>
            <p:cNvSpPr/>
            <p:nvPr/>
          </p:nvSpPr>
          <p:spPr>
            <a:xfrm>
              <a:off x="8049382" y="25210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5519FF2E-FDEA-7D7F-EB01-14419EE83AF4}"/>
                </a:ext>
              </a:extLst>
            </p:cNvPr>
            <p:cNvSpPr/>
            <p:nvPr/>
          </p:nvSpPr>
          <p:spPr>
            <a:xfrm>
              <a:off x="8058907" y="24289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5807F377-E9CE-BF94-60C0-BB3ADD004835}"/>
                </a:ext>
              </a:extLst>
            </p:cNvPr>
            <p:cNvSpPr/>
            <p:nvPr/>
          </p:nvSpPr>
          <p:spPr>
            <a:xfrm>
              <a:off x="8131932" y="24099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F9EE60FE-F07B-16ED-01F9-6428A83D674E}"/>
                </a:ext>
              </a:extLst>
            </p:cNvPr>
            <p:cNvSpPr/>
            <p:nvPr/>
          </p:nvSpPr>
          <p:spPr>
            <a:xfrm>
              <a:off x="8089640" y="24102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85D5CE34-5943-7788-F01F-CBF71F3FBB68}"/>
                </a:ext>
              </a:extLst>
            </p:cNvPr>
            <p:cNvSpPr/>
            <p:nvPr/>
          </p:nvSpPr>
          <p:spPr>
            <a:xfrm>
              <a:off x="8093832" y="24543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3DAC037E-D6FF-B901-80FE-F6C06846AB46}"/>
              </a:ext>
            </a:extLst>
          </p:cNvPr>
          <p:cNvGrpSpPr/>
          <p:nvPr/>
        </p:nvGrpSpPr>
        <p:grpSpPr>
          <a:xfrm>
            <a:off x="8285833" y="3021174"/>
            <a:ext cx="163366" cy="390750"/>
            <a:chOff x="8231329" y="3021174"/>
            <a:chExt cx="163366" cy="390750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CE922B1D-E836-59D1-A493-15286F27DFC8}"/>
                </a:ext>
              </a:extLst>
            </p:cNvPr>
            <p:cNvSpPr/>
            <p:nvPr/>
          </p:nvSpPr>
          <p:spPr>
            <a:xfrm>
              <a:off x="8231329" y="3021174"/>
              <a:ext cx="114680" cy="390750"/>
            </a:xfrm>
            <a:prstGeom prst="arc">
              <a:avLst>
                <a:gd name="adj1" fmla="val 4039734"/>
                <a:gd name="adj2" fmla="val 17899358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F012B17-AC29-C6E5-D13B-1315B1F57025}"/>
                </a:ext>
              </a:extLst>
            </p:cNvPr>
            <p:cNvSpPr/>
            <p:nvPr/>
          </p:nvSpPr>
          <p:spPr>
            <a:xfrm>
              <a:off x="8316082" y="31941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C7BE3A2F-FBC2-C83D-91C4-6B076AB578F9}"/>
                </a:ext>
              </a:extLst>
            </p:cNvPr>
            <p:cNvSpPr/>
            <p:nvPr/>
          </p:nvSpPr>
          <p:spPr>
            <a:xfrm>
              <a:off x="8362690" y="32738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E646EC61-F66F-CA56-9DF7-3B6A50620F29}"/>
                </a:ext>
              </a:extLst>
            </p:cNvPr>
            <p:cNvSpPr/>
            <p:nvPr/>
          </p:nvSpPr>
          <p:spPr>
            <a:xfrm>
              <a:off x="8296015" y="32357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44D7FA5A-A90F-68A1-6F1B-921F73A3C155}"/>
                </a:ext>
              </a:extLst>
            </p:cNvPr>
            <p:cNvSpPr/>
            <p:nvPr/>
          </p:nvSpPr>
          <p:spPr>
            <a:xfrm>
              <a:off x="8376407" y="32259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CD947E76-7DBD-1328-FD86-C5606046F9F7}"/>
              </a:ext>
            </a:extLst>
          </p:cNvPr>
          <p:cNvGrpSpPr/>
          <p:nvPr/>
        </p:nvGrpSpPr>
        <p:grpSpPr>
          <a:xfrm>
            <a:off x="8319257" y="3587154"/>
            <a:ext cx="438158" cy="914400"/>
            <a:chOff x="8319257" y="3587154"/>
            <a:chExt cx="438158" cy="914400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12BABED0-C08D-4B23-A26E-B19358DFD3DA}"/>
                </a:ext>
              </a:extLst>
            </p:cNvPr>
            <p:cNvSpPr/>
            <p:nvPr/>
          </p:nvSpPr>
          <p:spPr>
            <a:xfrm>
              <a:off x="8364322" y="3587154"/>
              <a:ext cx="393093" cy="914400"/>
            </a:xfrm>
            <a:prstGeom prst="arc">
              <a:avLst>
                <a:gd name="adj1" fmla="val 16664678"/>
                <a:gd name="adj2" fmla="val 8787281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56C623FB-C010-B7F5-03AE-E2D551189CCB}"/>
                </a:ext>
              </a:extLst>
            </p:cNvPr>
            <p:cNvSpPr/>
            <p:nvPr/>
          </p:nvSpPr>
          <p:spPr>
            <a:xfrm>
              <a:off x="8319257" y="40355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90F854D0-4651-574A-9955-37CB59B99D2B}"/>
                </a:ext>
              </a:extLst>
            </p:cNvPr>
            <p:cNvSpPr/>
            <p:nvPr/>
          </p:nvSpPr>
          <p:spPr>
            <a:xfrm>
              <a:off x="8354182" y="40577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7CE1F98D-448C-9875-6834-C4A190009CE7}"/>
                </a:ext>
              </a:extLst>
            </p:cNvPr>
            <p:cNvSpPr/>
            <p:nvPr/>
          </p:nvSpPr>
          <p:spPr>
            <a:xfrm>
              <a:off x="8335132" y="39688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A2F40834-4591-FABB-F452-BA6890AE7BBE}"/>
                </a:ext>
              </a:extLst>
            </p:cNvPr>
            <p:cNvSpPr/>
            <p:nvPr/>
          </p:nvSpPr>
          <p:spPr>
            <a:xfrm>
              <a:off x="8354182" y="41085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51C867DD-5170-25A2-A334-F43BE0122866}"/>
                </a:ext>
              </a:extLst>
            </p:cNvPr>
            <p:cNvSpPr/>
            <p:nvPr/>
          </p:nvSpPr>
          <p:spPr>
            <a:xfrm>
              <a:off x="8334115" y="41501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2BE52874-6C60-FCCE-3C70-253167102862}"/>
                </a:ext>
              </a:extLst>
            </p:cNvPr>
            <p:cNvSpPr/>
            <p:nvPr/>
          </p:nvSpPr>
          <p:spPr>
            <a:xfrm>
              <a:off x="8414507" y="41403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3EFD56B8-ED87-5AD7-7106-446CB5C334C6}"/>
              </a:ext>
            </a:extLst>
          </p:cNvPr>
          <p:cNvGrpSpPr/>
          <p:nvPr/>
        </p:nvGrpSpPr>
        <p:grpSpPr>
          <a:xfrm>
            <a:off x="4972784" y="2490835"/>
            <a:ext cx="60580" cy="384705"/>
            <a:chOff x="4972784" y="2490835"/>
            <a:chExt cx="60580" cy="38470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13238C7C-F78D-1A0F-652A-A7F935BFFCEA}"/>
                </a:ext>
              </a:extLst>
            </p:cNvPr>
            <p:cNvSpPr/>
            <p:nvPr/>
          </p:nvSpPr>
          <p:spPr>
            <a:xfrm>
              <a:off x="4976976" y="281226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D15AB45A-BA9C-CD5E-B78D-40A503692AD1}"/>
                </a:ext>
              </a:extLst>
            </p:cNvPr>
            <p:cNvSpPr/>
            <p:nvPr/>
          </p:nvSpPr>
          <p:spPr>
            <a:xfrm>
              <a:off x="5015076" y="285698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BF1EEBC1-FC52-D403-7C52-15498CFE388C}"/>
                </a:ext>
              </a:extLst>
            </p:cNvPr>
            <p:cNvSpPr/>
            <p:nvPr/>
          </p:nvSpPr>
          <p:spPr>
            <a:xfrm>
              <a:off x="4972784" y="2857252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2326A5D9-4989-5FC6-2A92-3B7A7F1136BB}"/>
                </a:ext>
              </a:extLst>
            </p:cNvPr>
            <p:cNvCxnSpPr/>
            <p:nvPr/>
          </p:nvCxnSpPr>
          <p:spPr>
            <a:xfrm>
              <a:off x="4995264" y="2490835"/>
              <a:ext cx="0" cy="2872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6A50A10C-7466-4E27-FE89-0B6768757BF8}"/>
              </a:ext>
            </a:extLst>
          </p:cNvPr>
          <p:cNvGrpSpPr/>
          <p:nvPr/>
        </p:nvGrpSpPr>
        <p:grpSpPr>
          <a:xfrm>
            <a:off x="5236087" y="2508880"/>
            <a:ext cx="73025" cy="368830"/>
            <a:chOff x="5236087" y="2508880"/>
            <a:chExt cx="73025" cy="368830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A99022AF-6021-14E4-A348-636D80924502}"/>
                </a:ext>
              </a:extLst>
            </p:cNvPr>
            <p:cNvSpPr/>
            <p:nvPr/>
          </p:nvSpPr>
          <p:spPr>
            <a:xfrm>
              <a:off x="5252724" y="281443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773B2C25-281F-F6C4-CEFF-7B548D86622A}"/>
                </a:ext>
              </a:extLst>
            </p:cNvPr>
            <p:cNvSpPr/>
            <p:nvPr/>
          </p:nvSpPr>
          <p:spPr>
            <a:xfrm>
              <a:off x="5290824" y="285915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B5E58C52-2F4C-ECC7-EAB1-2D416A5F0437}"/>
                </a:ext>
              </a:extLst>
            </p:cNvPr>
            <p:cNvSpPr/>
            <p:nvPr/>
          </p:nvSpPr>
          <p:spPr>
            <a:xfrm>
              <a:off x="5239007" y="2859422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F16CDB5D-2631-E67A-CB19-53623B32FABE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593964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3015C136-B4C0-58B7-BADC-99C1CDE9BBEC}"/>
                </a:ext>
              </a:extLst>
            </p:cNvPr>
            <p:cNvCxnSpPr>
              <a:cxnSpLocks/>
            </p:cNvCxnSpPr>
            <p:nvPr/>
          </p:nvCxnSpPr>
          <p:spPr>
            <a:xfrm>
              <a:off x="5302762" y="2593964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C875B58B-889C-AE8B-B22C-7AD740F4B678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668229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04AA4E05-0719-75B0-99D6-FEFF4E355248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634447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2C1A214F-36F8-3CFC-872E-C177F496794F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60269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992E748D-3812-7DFD-6A2B-AE5CAEBD855A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536247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D0DDA521-254A-7810-4D12-76F58C2DB3B4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508880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DB639CD8-76CB-884B-276B-975F7B7F1341}"/>
                </a:ext>
              </a:extLst>
            </p:cNvPr>
            <p:cNvCxnSpPr>
              <a:cxnSpLocks/>
            </p:cNvCxnSpPr>
            <p:nvPr/>
          </p:nvCxnSpPr>
          <p:spPr>
            <a:xfrm>
              <a:off x="5302762" y="256285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A0847601-EC69-877F-EB0C-70622DCE2E9B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77875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876C6CA3-B857-BBB0-D138-FABBF6BDB2D1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577296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252A0E88-57EF-F03A-61EA-A6D67FD1B744}"/>
              </a:ext>
            </a:extLst>
          </p:cNvPr>
          <p:cNvGrpSpPr/>
          <p:nvPr/>
        </p:nvGrpSpPr>
        <p:grpSpPr>
          <a:xfrm>
            <a:off x="8704648" y="3073590"/>
            <a:ext cx="73025" cy="368830"/>
            <a:chOff x="8704648" y="3073590"/>
            <a:chExt cx="73025" cy="368830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9C29F9CF-23B0-D22C-7204-CF894EC2765B}"/>
                </a:ext>
              </a:extLst>
            </p:cNvPr>
            <p:cNvSpPr/>
            <p:nvPr/>
          </p:nvSpPr>
          <p:spPr>
            <a:xfrm>
              <a:off x="8721285" y="337914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8D5C4CB1-C76D-ADA5-EA8C-4AF781DEF8A8}"/>
                </a:ext>
              </a:extLst>
            </p:cNvPr>
            <p:cNvSpPr/>
            <p:nvPr/>
          </p:nvSpPr>
          <p:spPr>
            <a:xfrm>
              <a:off x="8759385" y="342386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7A0B0CD8-C00F-0FF5-B923-BD0A931CC690}"/>
                </a:ext>
              </a:extLst>
            </p:cNvPr>
            <p:cNvSpPr/>
            <p:nvPr/>
          </p:nvSpPr>
          <p:spPr>
            <a:xfrm>
              <a:off x="8707568" y="3424132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52D14D15-23BB-C0AD-ACBF-477568B03E22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158674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28CD4937-7752-5F86-E06E-39CD986554B4}"/>
                </a:ext>
              </a:extLst>
            </p:cNvPr>
            <p:cNvCxnSpPr>
              <a:cxnSpLocks/>
            </p:cNvCxnSpPr>
            <p:nvPr/>
          </p:nvCxnSpPr>
          <p:spPr>
            <a:xfrm>
              <a:off x="8771323" y="3158674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93838B2F-5042-BA19-F584-DAD2019D0020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232939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B44F7F6B-610C-0C89-9D3B-B13DAFC0ABCB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99157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3668ABB7-BF44-D764-93A8-CAC10A8BEDC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6740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27DDC5D9-4925-E51C-B48E-1FDDC4758F4B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100957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A1B636D9-0579-ACEE-7B46-1EC1BCD360F9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073590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74DEB788-83F9-B433-074C-3C25A6C404D5}"/>
                </a:ext>
              </a:extLst>
            </p:cNvPr>
            <p:cNvCxnSpPr>
              <a:cxnSpLocks/>
            </p:cNvCxnSpPr>
            <p:nvPr/>
          </p:nvCxnSpPr>
          <p:spPr>
            <a:xfrm>
              <a:off x="8771323" y="312756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B421417E-7FA3-BF5B-916B-4BCA33E167B7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34346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2FB829BC-873A-CBC3-EDE9-8259ADDF1CA0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42006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E8B14C05-CFA0-1315-862F-9CF178680004}"/>
              </a:ext>
            </a:extLst>
          </p:cNvPr>
          <p:cNvGrpSpPr/>
          <p:nvPr/>
        </p:nvGrpSpPr>
        <p:grpSpPr>
          <a:xfrm>
            <a:off x="8786083" y="4825761"/>
            <a:ext cx="73025" cy="368830"/>
            <a:chOff x="8786083" y="4825761"/>
            <a:chExt cx="73025" cy="36883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7111D245-48F1-E55E-F326-C633B28F4326}"/>
                </a:ext>
              </a:extLst>
            </p:cNvPr>
            <p:cNvSpPr/>
            <p:nvPr/>
          </p:nvSpPr>
          <p:spPr>
            <a:xfrm>
              <a:off x="8802720" y="51313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1923DB65-A37B-5C46-21E6-C2F68991BB3B}"/>
                </a:ext>
              </a:extLst>
            </p:cNvPr>
            <p:cNvSpPr/>
            <p:nvPr/>
          </p:nvSpPr>
          <p:spPr>
            <a:xfrm>
              <a:off x="8840820" y="51760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CD2CF4D4-7FE6-FA4C-5D00-569EB0FA380E}"/>
                </a:ext>
              </a:extLst>
            </p:cNvPr>
            <p:cNvSpPr/>
            <p:nvPr/>
          </p:nvSpPr>
          <p:spPr>
            <a:xfrm>
              <a:off x="8789003" y="517630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F080365F-B34A-8B49-69A1-525A8F84097E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910845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DC276A98-5335-31DE-162D-9C31D3772C58}"/>
                </a:ext>
              </a:extLst>
            </p:cNvPr>
            <p:cNvCxnSpPr>
              <a:cxnSpLocks/>
            </p:cNvCxnSpPr>
            <p:nvPr/>
          </p:nvCxnSpPr>
          <p:spPr>
            <a:xfrm>
              <a:off x="8852758" y="4910845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987E5851-D382-5496-DE58-6B4F6561B0C6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85110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19E84B7D-7A20-1684-1C9A-33E72D239556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51328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8701A228-78F7-49E8-3318-217514944C82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19577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82C8F754-B9E7-4398-C711-F8588305D663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853128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1FF31B74-B401-EED6-99D3-ED67AB4882F5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825761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48B81CB0-E127-835E-3D2A-61B45818CADD}"/>
                </a:ext>
              </a:extLst>
            </p:cNvPr>
            <p:cNvCxnSpPr>
              <a:cxnSpLocks/>
            </p:cNvCxnSpPr>
            <p:nvPr/>
          </p:nvCxnSpPr>
          <p:spPr>
            <a:xfrm>
              <a:off x="8852758" y="487973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4DD76182-AA21-FE1E-D0B1-3CAFFE865168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509563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95C06328-D702-D5A3-B0A0-0D8A8B017276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894177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38F4112-4988-AD71-4112-0729CB14E2C2}"/>
                  </a:ext>
                </a:extLst>
              </p:cNvPr>
              <p:cNvSpPr txBox="1"/>
              <p:nvPr/>
            </p:nvSpPr>
            <p:spPr>
              <a:xfrm>
                <a:off x="6879303" y="4893570"/>
                <a:ext cx="45146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038F4112-4988-AD71-4112-0729CB14E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79303" y="4893570"/>
                <a:ext cx="451469" cy="184666"/>
              </a:xfrm>
              <a:prstGeom prst="rect">
                <a:avLst/>
              </a:prstGeom>
              <a:blipFill>
                <a:blip r:embed="rId12"/>
                <a:stretch>
                  <a:fillRect l="-2703" r="-2703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59E02BB9-123D-6AB9-927B-F6FE8533CB9F}"/>
              </a:ext>
            </a:extLst>
          </p:cNvPr>
          <p:cNvGrpSpPr/>
          <p:nvPr/>
        </p:nvGrpSpPr>
        <p:grpSpPr>
          <a:xfrm>
            <a:off x="7964254" y="4850500"/>
            <a:ext cx="114761" cy="292775"/>
            <a:chOff x="7964254" y="4850500"/>
            <a:chExt cx="114761" cy="292775"/>
          </a:xfrm>
        </p:grpSpPr>
        <p:sp>
          <p:nvSpPr>
            <p:cNvPr id="171" name="Arc 170">
              <a:extLst>
                <a:ext uri="{FF2B5EF4-FFF2-40B4-BE49-F238E27FC236}">
                  <a16:creationId xmlns:a16="http://schemas.microsoft.com/office/drawing/2014/main" id="{72532D3A-FD6B-8D76-F0A7-8572AF31905A}"/>
                </a:ext>
              </a:extLst>
            </p:cNvPr>
            <p:cNvSpPr/>
            <p:nvPr/>
          </p:nvSpPr>
          <p:spPr>
            <a:xfrm>
              <a:off x="7964335" y="4850500"/>
              <a:ext cx="114680" cy="216423"/>
            </a:xfrm>
            <a:prstGeom prst="arc">
              <a:avLst>
                <a:gd name="adj1" fmla="val 14776883"/>
                <a:gd name="adj2" fmla="val 4592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1B41A1B7-0CE6-7477-61EA-FAA04C16200F}"/>
                </a:ext>
              </a:extLst>
            </p:cNvPr>
            <p:cNvSpPr/>
            <p:nvPr/>
          </p:nvSpPr>
          <p:spPr>
            <a:xfrm>
              <a:off x="7984321" y="5049379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B5A81EF1-85B4-7B5D-4509-DDA404FEACDF}"/>
                </a:ext>
              </a:extLst>
            </p:cNvPr>
            <p:cNvSpPr/>
            <p:nvPr/>
          </p:nvSpPr>
          <p:spPr>
            <a:xfrm>
              <a:off x="8016806" y="510078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C5118DA6-4647-93CE-2393-42B4CEFF5538}"/>
                </a:ext>
              </a:extLst>
            </p:cNvPr>
            <p:cNvSpPr/>
            <p:nvPr/>
          </p:nvSpPr>
          <p:spPr>
            <a:xfrm>
              <a:off x="7964254" y="5090926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8B0429AA-8939-C633-9530-5F2AF00D90EC}"/>
                </a:ext>
              </a:extLst>
            </p:cNvPr>
            <p:cNvSpPr/>
            <p:nvPr/>
          </p:nvSpPr>
          <p:spPr>
            <a:xfrm>
              <a:off x="8044646" y="5081129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400AB5C6-4AE9-D736-120C-0116BDD52835}"/>
                </a:ext>
              </a:extLst>
            </p:cNvPr>
            <p:cNvSpPr/>
            <p:nvPr/>
          </p:nvSpPr>
          <p:spPr>
            <a:xfrm>
              <a:off x="8013663" y="51341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2AD04A87-70F9-26D2-86C0-D15BAC61AE90}"/>
              </a:ext>
            </a:extLst>
          </p:cNvPr>
          <p:cNvGrpSpPr/>
          <p:nvPr/>
        </p:nvGrpSpPr>
        <p:grpSpPr>
          <a:xfrm>
            <a:off x="4899997" y="3054181"/>
            <a:ext cx="221107" cy="132969"/>
            <a:chOff x="7587085" y="5854813"/>
            <a:chExt cx="221107" cy="132969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AC53C830-75D9-6684-0AB6-F9E36934F3BC}"/>
                </a:ext>
              </a:extLst>
            </p:cNvPr>
            <p:cNvSpPr/>
            <p:nvPr/>
          </p:nvSpPr>
          <p:spPr>
            <a:xfrm>
              <a:off x="7607152" y="58548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6DFE9822-5873-BF9F-471A-A79B7DFFA682}"/>
                </a:ext>
              </a:extLst>
            </p:cNvPr>
            <p:cNvSpPr/>
            <p:nvPr/>
          </p:nvSpPr>
          <p:spPr>
            <a:xfrm>
              <a:off x="7653760" y="593446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F564D2DE-3F12-49B6-5DB3-0EDC05FB84D7}"/>
                </a:ext>
              </a:extLst>
            </p:cNvPr>
            <p:cNvSpPr/>
            <p:nvPr/>
          </p:nvSpPr>
          <p:spPr>
            <a:xfrm>
              <a:off x="7724627" y="59341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B6DB9E4F-1288-9A65-F9AB-10AB1572398B}"/>
                </a:ext>
              </a:extLst>
            </p:cNvPr>
            <p:cNvSpPr/>
            <p:nvPr/>
          </p:nvSpPr>
          <p:spPr>
            <a:xfrm>
              <a:off x="7587085" y="589636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8DD63208-57C5-80EC-0A2A-E485CAF26CF3}"/>
                </a:ext>
              </a:extLst>
            </p:cNvPr>
            <p:cNvSpPr/>
            <p:nvPr/>
          </p:nvSpPr>
          <p:spPr>
            <a:xfrm>
              <a:off x="7657952" y="59786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863073C8-60D4-9AD3-AE97-EDCB0B9E839D}"/>
                </a:ext>
              </a:extLst>
            </p:cNvPr>
            <p:cNvSpPr/>
            <p:nvPr/>
          </p:nvSpPr>
          <p:spPr>
            <a:xfrm>
              <a:off x="7759552" y="59564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2B6E1104-F83A-E1D4-3970-2FCB7252F326}"/>
                </a:ext>
              </a:extLst>
            </p:cNvPr>
            <p:cNvSpPr/>
            <p:nvPr/>
          </p:nvSpPr>
          <p:spPr>
            <a:xfrm>
              <a:off x="7667477" y="58865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CA617DBB-1ECA-7015-C847-042D0DB9D333}"/>
                </a:ext>
              </a:extLst>
            </p:cNvPr>
            <p:cNvSpPr/>
            <p:nvPr/>
          </p:nvSpPr>
          <p:spPr>
            <a:xfrm>
              <a:off x="7740502" y="58675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FA282FD4-469A-ABBF-7617-F845C39090D1}"/>
                </a:ext>
              </a:extLst>
            </p:cNvPr>
            <p:cNvSpPr/>
            <p:nvPr/>
          </p:nvSpPr>
          <p:spPr>
            <a:xfrm>
              <a:off x="7698210" y="58677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2D7BAF0B-7D52-E0B8-8405-456AE16AC017}"/>
                </a:ext>
              </a:extLst>
            </p:cNvPr>
            <p:cNvSpPr/>
            <p:nvPr/>
          </p:nvSpPr>
          <p:spPr>
            <a:xfrm>
              <a:off x="7702402" y="59119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1B9965CE-46E5-EB42-395E-BAD675015890}"/>
                </a:ext>
              </a:extLst>
            </p:cNvPr>
            <p:cNvSpPr/>
            <p:nvPr/>
          </p:nvSpPr>
          <p:spPr>
            <a:xfrm>
              <a:off x="7780760" y="58900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AEF73D1-FA22-D26C-3101-21B997FDAF10}"/>
              </a:ext>
            </a:extLst>
          </p:cNvPr>
          <p:cNvGrpSpPr/>
          <p:nvPr/>
        </p:nvGrpSpPr>
        <p:grpSpPr>
          <a:xfrm>
            <a:off x="8261765" y="4962534"/>
            <a:ext cx="958749" cy="1417668"/>
            <a:chOff x="9405485" y="5083560"/>
            <a:chExt cx="958749" cy="1417668"/>
          </a:xfrm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7C813FA4-E25F-F4CC-E972-FB8092538ECE}"/>
                </a:ext>
              </a:extLst>
            </p:cNvPr>
            <p:cNvSpPr/>
            <p:nvPr/>
          </p:nvSpPr>
          <p:spPr>
            <a:xfrm>
              <a:off x="9405485" y="5555998"/>
              <a:ext cx="82296" cy="64008"/>
            </a:xfrm>
            <a:prstGeom prst="ellipse">
              <a:avLst/>
            </a:prstGeom>
            <a:solidFill>
              <a:srgbClr val="D27D4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5B8E0479-B832-E51C-1B9F-F0C41867D26F}"/>
                </a:ext>
              </a:extLst>
            </p:cNvPr>
            <p:cNvSpPr/>
            <p:nvPr/>
          </p:nvSpPr>
          <p:spPr>
            <a:xfrm>
              <a:off x="9451319" y="52388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13AAF0B7-EE5B-E9C6-2F09-4D0646CBF407}"/>
                </a:ext>
              </a:extLst>
            </p:cNvPr>
            <p:cNvSpPr/>
            <p:nvPr/>
          </p:nvSpPr>
          <p:spPr>
            <a:xfrm>
              <a:off x="9504277" y="52200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86B1F859-C949-FFE6-B16A-FD422478515C}"/>
                </a:ext>
              </a:extLst>
            </p:cNvPr>
            <p:cNvSpPr/>
            <p:nvPr/>
          </p:nvSpPr>
          <p:spPr>
            <a:xfrm>
              <a:off x="9575144" y="52198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DBE0BF48-93A1-113F-D0EE-5C7674DEBDB6}"/>
                </a:ext>
              </a:extLst>
            </p:cNvPr>
            <p:cNvSpPr/>
            <p:nvPr/>
          </p:nvSpPr>
          <p:spPr>
            <a:xfrm>
              <a:off x="9720177" y="51438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D27C8D2A-865B-5B7D-3738-11B624D1314C}"/>
                </a:ext>
              </a:extLst>
            </p:cNvPr>
            <p:cNvSpPr/>
            <p:nvPr/>
          </p:nvSpPr>
          <p:spPr>
            <a:xfrm>
              <a:off x="9508469" y="52642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F6CDD03-483E-2B1B-2C9E-2F5F37B52E7C}"/>
                </a:ext>
              </a:extLst>
            </p:cNvPr>
            <p:cNvSpPr/>
            <p:nvPr/>
          </p:nvSpPr>
          <p:spPr>
            <a:xfrm>
              <a:off x="9606215" y="5215796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77C11D4B-C255-6B7E-BC9A-DE6FD2EEC72B}"/>
                </a:ext>
              </a:extLst>
            </p:cNvPr>
            <p:cNvSpPr/>
            <p:nvPr/>
          </p:nvSpPr>
          <p:spPr>
            <a:xfrm>
              <a:off x="9517994" y="51721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54C18C09-BE3E-C777-59C0-906E188A22FF}"/>
                </a:ext>
              </a:extLst>
            </p:cNvPr>
            <p:cNvSpPr/>
            <p:nvPr/>
          </p:nvSpPr>
          <p:spPr>
            <a:xfrm>
              <a:off x="9591019" y="51531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9999A48B-FB00-AC27-E0FF-6A513BBA8E47}"/>
                </a:ext>
              </a:extLst>
            </p:cNvPr>
            <p:cNvSpPr/>
            <p:nvPr/>
          </p:nvSpPr>
          <p:spPr>
            <a:xfrm>
              <a:off x="9548727" y="51534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E114980C-4342-C3C1-F376-656B43C5DD34}"/>
                </a:ext>
              </a:extLst>
            </p:cNvPr>
            <p:cNvSpPr/>
            <p:nvPr/>
          </p:nvSpPr>
          <p:spPr>
            <a:xfrm>
              <a:off x="9552919" y="51975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CDB16933-E1AE-F94A-5418-31C81CBA3E2C}"/>
                </a:ext>
              </a:extLst>
            </p:cNvPr>
            <p:cNvSpPr/>
            <p:nvPr/>
          </p:nvSpPr>
          <p:spPr>
            <a:xfrm>
              <a:off x="9483672" y="51851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2DB4DF3F-DD29-4997-1AA0-DFDDA293A544}"/>
                </a:ext>
              </a:extLst>
            </p:cNvPr>
            <p:cNvSpPr/>
            <p:nvPr/>
          </p:nvSpPr>
          <p:spPr>
            <a:xfrm>
              <a:off x="9666202" y="519786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1A3CFE99-EA3F-3650-C8C9-5AA8407188B4}"/>
                </a:ext>
              </a:extLst>
            </p:cNvPr>
            <p:cNvSpPr/>
            <p:nvPr/>
          </p:nvSpPr>
          <p:spPr>
            <a:xfrm>
              <a:off x="9631277" y="517563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499A4935-3671-EA84-A1C4-C627E439BE47}"/>
                </a:ext>
              </a:extLst>
            </p:cNvPr>
            <p:cNvSpPr/>
            <p:nvPr/>
          </p:nvSpPr>
          <p:spPr>
            <a:xfrm>
              <a:off x="9670394" y="52420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3BD26552-F5E0-1A77-C304-77E18A0D74D7}"/>
                </a:ext>
              </a:extLst>
            </p:cNvPr>
            <p:cNvSpPr/>
            <p:nvPr/>
          </p:nvSpPr>
          <p:spPr>
            <a:xfrm>
              <a:off x="9708494" y="52071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C6D69E47-6475-08A9-5651-9F6FDEF5E376}"/>
                </a:ext>
              </a:extLst>
            </p:cNvPr>
            <p:cNvSpPr/>
            <p:nvPr/>
          </p:nvSpPr>
          <p:spPr>
            <a:xfrm>
              <a:off x="9434077" y="5130913"/>
              <a:ext cx="277687" cy="914400"/>
            </a:xfrm>
            <a:prstGeom prst="arc">
              <a:avLst>
                <a:gd name="adj1" fmla="val 13045163"/>
                <a:gd name="adj2" fmla="val 14940207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4825D54A-9BE0-7138-E575-313328967841}"/>
                </a:ext>
              </a:extLst>
            </p:cNvPr>
            <p:cNvSpPr/>
            <p:nvPr/>
          </p:nvSpPr>
          <p:spPr>
            <a:xfrm>
              <a:off x="9442063" y="5148389"/>
              <a:ext cx="922171" cy="1191237"/>
            </a:xfrm>
            <a:prstGeom prst="arc">
              <a:avLst>
                <a:gd name="adj1" fmla="val 12917934"/>
                <a:gd name="adj2" fmla="val 14596855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Arc 207">
              <a:extLst>
                <a:ext uri="{FF2B5EF4-FFF2-40B4-BE49-F238E27FC236}">
                  <a16:creationId xmlns:a16="http://schemas.microsoft.com/office/drawing/2014/main" id="{1D827FEF-73E8-7284-FE87-ED69D9B8DF25}"/>
                </a:ext>
              </a:extLst>
            </p:cNvPr>
            <p:cNvSpPr/>
            <p:nvPr/>
          </p:nvSpPr>
          <p:spPr>
            <a:xfrm>
              <a:off x="9430807" y="5090082"/>
              <a:ext cx="620692" cy="1411146"/>
            </a:xfrm>
            <a:prstGeom prst="arc">
              <a:avLst>
                <a:gd name="adj1" fmla="val 13352091"/>
                <a:gd name="adj2" fmla="val 13501965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Arc 208">
              <a:extLst>
                <a:ext uri="{FF2B5EF4-FFF2-40B4-BE49-F238E27FC236}">
                  <a16:creationId xmlns:a16="http://schemas.microsoft.com/office/drawing/2014/main" id="{7F5DD259-B10D-1655-DDEF-D8D91C5E0584}"/>
                </a:ext>
              </a:extLst>
            </p:cNvPr>
            <p:cNvSpPr/>
            <p:nvPr/>
          </p:nvSpPr>
          <p:spPr>
            <a:xfrm>
              <a:off x="9441206" y="5151831"/>
              <a:ext cx="922171" cy="1191237"/>
            </a:xfrm>
            <a:prstGeom prst="arc">
              <a:avLst>
                <a:gd name="adj1" fmla="val 12391036"/>
                <a:gd name="adj2" fmla="val 12525416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8A6336C9-DCC6-ADF2-1C50-4D57CFB5BD97}"/>
                </a:ext>
              </a:extLst>
            </p:cNvPr>
            <p:cNvSpPr/>
            <p:nvPr/>
          </p:nvSpPr>
          <p:spPr>
            <a:xfrm>
              <a:off x="9441206" y="5151831"/>
              <a:ext cx="922171" cy="1191237"/>
            </a:xfrm>
            <a:prstGeom prst="arc">
              <a:avLst>
                <a:gd name="adj1" fmla="val 12576106"/>
                <a:gd name="adj2" fmla="val 12857701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Arc 210">
              <a:extLst>
                <a:ext uri="{FF2B5EF4-FFF2-40B4-BE49-F238E27FC236}">
                  <a16:creationId xmlns:a16="http://schemas.microsoft.com/office/drawing/2014/main" id="{C8824D72-CD27-F703-FA06-89A2A89B6677}"/>
                </a:ext>
              </a:extLst>
            </p:cNvPr>
            <p:cNvSpPr/>
            <p:nvPr/>
          </p:nvSpPr>
          <p:spPr>
            <a:xfrm>
              <a:off x="9432657" y="5086735"/>
              <a:ext cx="620692" cy="1411146"/>
            </a:xfrm>
            <a:prstGeom prst="arc">
              <a:avLst>
                <a:gd name="adj1" fmla="val 13567197"/>
                <a:gd name="adj2" fmla="val 14635106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Arc 211">
              <a:extLst>
                <a:ext uri="{FF2B5EF4-FFF2-40B4-BE49-F238E27FC236}">
                  <a16:creationId xmlns:a16="http://schemas.microsoft.com/office/drawing/2014/main" id="{CE0D9C90-638A-B4E6-BB28-52F15A2BEDB5}"/>
                </a:ext>
              </a:extLst>
            </p:cNvPr>
            <p:cNvSpPr/>
            <p:nvPr/>
          </p:nvSpPr>
          <p:spPr>
            <a:xfrm>
              <a:off x="9432657" y="5083560"/>
              <a:ext cx="620692" cy="1411146"/>
            </a:xfrm>
            <a:prstGeom prst="arc">
              <a:avLst>
                <a:gd name="adj1" fmla="val 14679441"/>
                <a:gd name="adj2" fmla="val 14777388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F83CB2E7-D871-1EA6-E97F-B771A847096D}"/>
                </a:ext>
              </a:extLst>
            </p:cNvPr>
            <p:cNvSpPr/>
            <p:nvPr/>
          </p:nvSpPr>
          <p:spPr>
            <a:xfrm>
              <a:off x="9433652" y="5130886"/>
              <a:ext cx="277687" cy="914400"/>
            </a:xfrm>
            <a:prstGeom prst="arc">
              <a:avLst>
                <a:gd name="adj1" fmla="val 12097014"/>
                <a:gd name="adj2" fmla="val 12811938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72CCF114-01F4-A19A-DA7E-B5AE8E7D2B6B}"/>
                </a:ext>
              </a:extLst>
            </p:cNvPr>
            <p:cNvSpPr/>
            <p:nvPr/>
          </p:nvSpPr>
          <p:spPr>
            <a:xfrm>
              <a:off x="9694655" y="516352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BADBA85A-33C3-D05D-1A82-C79A964D46AD}"/>
                </a:ext>
              </a:extLst>
            </p:cNvPr>
            <p:cNvSpPr/>
            <p:nvPr/>
          </p:nvSpPr>
          <p:spPr>
            <a:xfrm>
              <a:off x="9545086" y="5237801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A86A3D1E-E1C9-B687-E6F2-18EF720467EA}"/>
                </a:ext>
              </a:extLst>
            </p:cNvPr>
            <p:cNvSpPr/>
            <p:nvPr/>
          </p:nvSpPr>
          <p:spPr>
            <a:xfrm>
              <a:off x="9580137" y="5104259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268F8089-0CDB-76ED-2C9B-88FAAD693132}"/>
                </a:ext>
              </a:extLst>
            </p:cNvPr>
            <p:cNvSpPr/>
            <p:nvPr/>
          </p:nvSpPr>
          <p:spPr>
            <a:xfrm>
              <a:off x="9666080" y="512224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BC11032C-D8A2-7757-3B87-F5D573EE5A8E}"/>
              </a:ext>
            </a:extLst>
          </p:cNvPr>
          <p:cNvGrpSpPr/>
          <p:nvPr/>
        </p:nvGrpSpPr>
        <p:grpSpPr>
          <a:xfrm>
            <a:off x="4335616" y="3164877"/>
            <a:ext cx="924448" cy="1411146"/>
            <a:chOff x="10047062" y="5105576"/>
            <a:chExt cx="924448" cy="1411146"/>
          </a:xfrm>
        </p:grpSpPr>
        <p:sp>
          <p:nvSpPr>
            <p:cNvPr id="278" name="Arc 277">
              <a:extLst>
                <a:ext uri="{FF2B5EF4-FFF2-40B4-BE49-F238E27FC236}">
                  <a16:creationId xmlns:a16="http://schemas.microsoft.com/office/drawing/2014/main" id="{E2AFDD88-D4D9-D131-21A8-055C39A6DA37}"/>
                </a:ext>
              </a:extLst>
            </p:cNvPr>
            <p:cNvSpPr/>
            <p:nvPr/>
          </p:nvSpPr>
          <p:spPr>
            <a:xfrm>
              <a:off x="10092153" y="5146407"/>
              <a:ext cx="277687" cy="914400"/>
            </a:xfrm>
            <a:prstGeom prst="arc">
              <a:avLst>
                <a:gd name="adj1" fmla="val 11815840"/>
                <a:gd name="adj2" fmla="val 15010151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Arc 278">
              <a:extLst>
                <a:ext uri="{FF2B5EF4-FFF2-40B4-BE49-F238E27FC236}">
                  <a16:creationId xmlns:a16="http://schemas.microsoft.com/office/drawing/2014/main" id="{A0D23E72-038E-E2F6-F00C-7DAF166CBFA8}"/>
                </a:ext>
              </a:extLst>
            </p:cNvPr>
            <p:cNvSpPr/>
            <p:nvPr/>
          </p:nvSpPr>
          <p:spPr>
            <a:xfrm>
              <a:off x="10079108" y="5217858"/>
              <a:ext cx="892402" cy="1191237"/>
            </a:xfrm>
            <a:prstGeom prst="arc">
              <a:avLst>
                <a:gd name="adj1" fmla="val 12706725"/>
                <a:gd name="adj2" fmla="val 14679440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Arc 279">
              <a:extLst>
                <a:ext uri="{FF2B5EF4-FFF2-40B4-BE49-F238E27FC236}">
                  <a16:creationId xmlns:a16="http://schemas.microsoft.com/office/drawing/2014/main" id="{CD41A620-E9F9-DFEA-7575-7973898942FE}"/>
                </a:ext>
              </a:extLst>
            </p:cNvPr>
            <p:cNvSpPr/>
            <p:nvPr/>
          </p:nvSpPr>
          <p:spPr>
            <a:xfrm>
              <a:off x="10088883" y="5105576"/>
              <a:ext cx="620692" cy="1411146"/>
            </a:xfrm>
            <a:prstGeom prst="arc">
              <a:avLst>
                <a:gd name="adj1" fmla="val 13352091"/>
                <a:gd name="adj2" fmla="val 14817206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8BA59EDC-2F94-E442-B5D2-40166BE2C16F}"/>
                </a:ext>
              </a:extLst>
            </p:cNvPr>
            <p:cNvSpPr/>
            <p:nvPr/>
          </p:nvSpPr>
          <p:spPr>
            <a:xfrm>
              <a:off x="10053385" y="5567298"/>
              <a:ext cx="82296" cy="64008"/>
            </a:xfrm>
            <a:prstGeom prst="ellipse">
              <a:avLst/>
            </a:prstGeom>
            <a:solidFill>
              <a:srgbClr val="D27D4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A04C6CCD-967B-5D3E-B019-7B20A1BF89A7}"/>
                </a:ext>
              </a:extLst>
            </p:cNvPr>
            <p:cNvSpPr/>
            <p:nvPr/>
          </p:nvSpPr>
          <p:spPr>
            <a:xfrm>
              <a:off x="10099219" y="5234381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D50F7354-98BB-AAEE-DDF2-B49A3AE3A04D}"/>
                </a:ext>
              </a:extLst>
            </p:cNvPr>
            <p:cNvSpPr/>
            <p:nvPr/>
          </p:nvSpPr>
          <p:spPr>
            <a:xfrm>
              <a:off x="10161702" y="522195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BFE1840B-33EA-A480-C014-CA620C9902F5}"/>
                </a:ext>
              </a:extLst>
            </p:cNvPr>
            <p:cNvSpPr/>
            <p:nvPr/>
          </p:nvSpPr>
          <p:spPr>
            <a:xfrm>
              <a:off x="10232569" y="522168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3E312F29-A783-D834-7ADC-B6515FAA77A7}"/>
                </a:ext>
              </a:extLst>
            </p:cNvPr>
            <p:cNvSpPr/>
            <p:nvPr/>
          </p:nvSpPr>
          <p:spPr>
            <a:xfrm>
              <a:off x="10079152" y="5275928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D276460F-16AF-1982-E724-E3F3A5F3D2E1}"/>
                </a:ext>
              </a:extLst>
            </p:cNvPr>
            <p:cNvSpPr/>
            <p:nvPr/>
          </p:nvSpPr>
          <p:spPr>
            <a:xfrm>
              <a:off x="10165894" y="52661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EDA912A4-E7D3-02B2-6267-BC99EE4C718B}"/>
                </a:ext>
              </a:extLst>
            </p:cNvPr>
            <p:cNvSpPr/>
            <p:nvPr/>
          </p:nvSpPr>
          <p:spPr>
            <a:xfrm>
              <a:off x="10267494" y="5243906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2A0BDED5-B8E7-70B4-B8E1-7DD1C9571054}"/>
                </a:ext>
              </a:extLst>
            </p:cNvPr>
            <p:cNvSpPr/>
            <p:nvPr/>
          </p:nvSpPr>
          <p:spPr>
            <a:xfrm>
              <a:off x="10175419" y="517405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5A1D2291-89E2-44D3-5523-0BFE25801519}"/>
                </a:ext>
              </a:extLst>
            </p:cNvPr>
            <p:cNvSpPr/>
            <p:nvPr/>
          </p:nvSpPr>
          <p:spPr>
            <a:xfrm>
              <a:off x="10248444" y="515500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88863B2E-ADCB-1209-504D-E2B0B5F3C26E}"/>
                </a:ext>
              </a:extLst>
            </p:cNvPr>
            <p:cNvSpPr/>
            <p:nvPr/>
          </p:nvSpPr>
          <p:spPr>
            <a:xfrm>
              <a:off x="10206152" y="5155278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2EECF362-D418-5EE9-327F-BE382B137C6D}"/>
                </a:ext>
              </a:extLst>
            </p:cNvPr>
            <p:cNvSpPr/>
            <p:nvPr/>
          </p:nvSpPr>
          <p:spPr>
            <a:xfrm>
              <a:off x="10210344" y="519945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1A48F006-1D81-5393-415E-FAF0DA66A12C}"/>
                </a:ext>
              </a:extLst>
            </p:cNvPr>
            <p:cNvSpPr/>
            <p:nvPr/>
          </p:nvSpPr>
          <p:spPr>
            <a:xfrm>
              <a:off x="10141097" y="5187031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A7BACA7C-C331-D059-E625-758E4B3B65C5}"/>
                </a:ext>
              </a:extLst>
            </p:cNvPr>
            <p:cNvSpPr/>
            <p:nvPr/>
          </p:nvSpPr>
          <p:spPr>
            <a:xfrm>
              <a:off x="10355377" y="521560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0CD351BA-E7E5-3D97-EEB1-7B1F0E68DE39}"/>
                </a:ext>
              </a:extLst>
            </p:cNvPr>
            <p:cNvSpPr/>
            <p:nvPr/>
          </p:nvSpPr>
          <p:spPr>
            <a:xfrm>
              <a:off x="10288702" y="517750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6288F530-5133-A683-5817-FD2CE24CF521}"/>
                </a:ext>
              </a:extLst>
            </p:cNvPr>
            <p:cNvSpPr/>
            <p:nvPr/>
          </p:nvSpPr>
          <p:spPr>
            <a:xfrm>
              <a:off x="10359569" y="525978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026BE486-CA2E-3B5C-8947-8A1C2E0325AE}"/>
                </a:ext>
              </a:extLst>
            </p:cNvPr>
            <p:cNvSpPr/>
            <p:nvPr/>
          </p:nvSpPr>
          <p:spPr>
            <a:xfrm>
              <a:off x="10092869" y="519945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2E49154E-65AC-6E60-4F55-01A272659DA1}"/>
                </a:ext>
              </a:extLst>
            </p:cNvPr>
            <p:cNvSpPr/>
            <p:nvPr/>
          </p:nvSpPr>
          <p:spPr>
            <a:xfrm>
              <a:off x="10352080" y="5165390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A9F70D2C-1B87-9A37-A53D-A3AF3E0A52E1}"/>
                </a:ext>
              </a:extLst>
            </p:cNvPr>
            <p:cNvSpPr/>
            <p:nvPr/>
          </p:nvSpPr>
          <p:spPr>
            <a:xfrm>
              <a:off x="10104086" y="5176169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C1341E3D-7C6A-C52C-95A1-75BBD4E9B8AB}"/>
                </a:ext>
              </a:extLst>
            </p:cNvPr>
            <p:cNvSpPr/>
            <p:nvPr/>
          </p:nvSpPr>
          <p:spPr>
            <a:xfrm>
              <a:off x="10047062" y="523947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5057C2CB-EF14-4A59-A859-9284F96AFBB6}"/>
                </a:ext>
              </a:extLst>
            </p:cNvPr>
            <p:cNvSpPr/>
            <p:nvPr/>
          </p:nvSpPr>
          <p:spPr>
            <a:xfrm>
              <a:off x="10412405" y="519714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48716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CE6C04-A1D2-1644-C49C-327ED7103F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518C7E-21A9-CAC0-9703-47EA3D3370AD}"/>
              </a:ext>
            </a:extLst>
          </p:cNvPr>
          <p:cNvSpPr/>
          <p:nvPr/>
        </p:nvSpPr>
        <p:spPr>
          <a:xfrm>
            <a:off x="6839077" y="2028585"/>
            <a:ext cx="1680809" cy="3492539"/>
          </a:xfrm>
          <a:prstGeom prst="rect">
            <a:avLst/>
          </a:prstGeom>
          <a:gradFill>
            <a:gsLst>
              <a:gs pos="0">
                <a:schemeClr val="bg1"/>
              </a:gs>
              <a:gs pos="11000">
                <a:schemeClr val="bg1"/>
              </a:gs>
              <a:gs pos="83000">
                <a:srgbClr val="EBB675"/>
              </a:gs>
              <a:gs pos="100000">
                <a:srgbClr val="E28644"/>
              </a:gs>
            </a:gsLst>
            <a:lin ang="5400000" scaled="1"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F59F0E5-0A65-F9C6-B044-DC7AAB368574}"/>
              </a:ext>
            </a:extLst>
          </p:cNvPr>
          <p:cNvCxnSpPr>
            <a:cxnSpLocks/>
          </p:cNvCxnSpPr>
          <p:nvPr/>
        </p:nvCxnSpPr>
        <p:spPr>
          <a:xfrm>
            <a:off x="6839077" y="2830010"/>
            <a:ext cx="1680809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B2EB0D5E-2E52-1407-505F-793B2F1A79BF}"/>
              </a:ext>
            </a:extLst>
          </p:cNvPr>
          <p:cNvCxnSpPr>
            <a:cxnSpLocks/>
          </p:cNvCxnSpPr>
          <p:nvPr/>
        </p:nvCxnSpPr>
        <p:spPr>
          <a:xfrm>
            <a:off x="6839077" y="5082672"/>
            <a:ext cx="1680809" cy="0"/>
          </a:xfrm>
          <a:prstGeom prst="line">
            <a:avLst/>
          </a:prstGeom>
          <a:ln w="6350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Left Brace 8">
            <a:extLst>
              <a:ext uri="{FF2B5EF4-FFF2-40B4-BE49-F238E27FC236}">
                <a16:creationId xmlns:a16="http://schemas.microsoft.com/office/drawing/2014/main" id="{E1CE68DD-E015-D859-B868-1D08B98B6327}"/>
              </a:ext>
            </a:extLst>
          </p:cNvPr>
          <p:cNvSpPr/>
          <p:nvPr/>
        </p:nvSpPr>
        <p:spPr>
          <a:xfrm>
            <a:off x="6221504" y="2818880"/>
            <a:ext cx="187061" cy="2700044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Left Brace 9">
            <a:extLst>
              <a:ext uri="{FF2B5EF4-FFF2-40B4-BE49-F238E27FC236}">
                <a16:creationId xmlns:a16="http://schemas.microsoft.com/office/drawing/2014/main" id="{F091152F-EAAC-B694-7986-F509D1C6AE7C}"/>
              </a:ext>
            </a:extLst>
          </p:cNvPr>
          <p:cNvSpPr/>
          <p:nvPr/>
        </p:nvSpPr>
        <p:spPr>
          <a:xfrm>
            <a:off x="6607969" y="2830008"/>
            <a:ext cx="186399" cy="2252663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08625DF6-8134-1DE1-8335-AC4063DC2034}"/>
              </a:ext>
            </a:extLst>
          </p:cNvPr>
          <p:cNvSpPr/>
          <p:nvPr/>
        </p:nvSpPr>
        <p:spPr>
          <a:xfrm>
            <a:off x="6607969" y="5082672"/>
            <a:ext cx="187061" cy="434054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1A9504-CCD6-C5B6-6F85-020ACC00AF4E}"/>
                  </a:ext>
                </a:extLst>
              </p:cNvPr>
              <p:cNvSpPr txBox="1"/>
              <p:nvPr/>
            </p:nvSpPr>
            <p:spPr>
              <a:xfrm>
                <a:off x="6884735" y="5338085"/>
                <a:ext cx="39433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A1A9504-CCD6-C5B6-6F85-020ACC00AF4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735" y="5338085"/>
                <a:ext cx="394339" cy="184666"/>
              </a:xfrm>
              <a:prstGeom prst="rect">
                <a:avLst/>
              </a:prstGeom>
              <a:blipFill>
                <a:blip r:embed="rId2"/>
                <a:stretch>
                  <a:fillRect l="-3030" r="-6061" b="-66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6A8A53-4970-83F7-F7EE-24654BEFCB68}"/>
                  </a:ext>
                </a:extLst>
              </p:cNvPr>
              <p:cNvSpPr txBox="1"/>
              <p:nvPr/>
            </p:nvSpPr>
            <p:spPr>
              <a:xfrm>
                <a:off x="6885773" y="2645403"/>
                <a:ext cx="429668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856A8A53-4970-83F7-F7EE-24654BEFCB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773" y="2645403"/>
                <a:ext cx="429668" cy="184666"/>
              </a:xfrm>
              <a:prstGeom prst="rect">
                <a:avLst/>
              </a:prstGeom>
              <a:blipFill>
                <a:blip r:embed="rId3"/>
                <a:stretch>
                  <a:fillRect l="-5882" r="-5882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78C005-3FCE-7D89-E76B-A3D9F0455A9F}"/>
                  </a:ext>
                </a:extLst>
              </p:cNvPr>
              <p:cNvSpPr txBox="1"/>
              <p:nvPr/>
            </p:nvSpPr>
            <p:spPr>
              <a:xfrm>
                <a:off x="6420261" y="3809252"/>
                <a:ext cx="15997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F678C005-3FCE-7D89-E76B-A3D9F0455A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261" y="3809252"/>
                <a:ext cx="159979" cy="184666"/>
              </a:xfrm>
              <a:prstGeom prst="rect">
                <a:avLst/>
              </a:prstGeom>
              <a:blipFill>
                <a:blip r:embed="rId4"/>
                <a:stretch>
                  <a:fillRect l="-15385" r="-769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AE8E0E-E976-F6C4-D456-F2395098E15D}"/>
                  </a:ext>
                </a:extLst>
              </p:cNvPr>
              <p:cNvSpPr txBox="1"/>
              <p:nvPr/>
            </p:nvSpPr>
            <p:spPr>
              <a:xfrm>
                <a:off x="6417086" y="5155006"/>
                <a:ext cx="16562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C8AE8E0E-E976-F6C4-D456-F2395098E15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086" y="5155006"/>
                <a:ext cx="165622" cy="184666"/>
              </a:xfrm>
              <a:prstGeom prst="rect">
                <a:avLst/>
              </a:prstGeom>
              <a:blipFill>
                <a:blip r:embed="rId5"/>
                <a:stretch>
                  <a:fillRect l="-14286" r="-714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0D9723-7341-1DB4-2601-5BFF0D1B05FB}"/>
                  </a:ext>
                </a:extLst>
              </p:cNvPr>
              <p:cNvSpPr txBox="1"/>
              <p:nvPr/>
            </p:nvSpPr>
            <p:spPr>
              <a:xfrm>
                <a:off x="6047280" y="4033722"/>
                <a:ext cx="143501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780D9723-7341-1DB4-2601-5BFF0D1B05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7280" y="4033722"/>
                <a:ext cx="143501" cy="184666"/>
              </a:xfrm>
              <a:prstGeom prst="rect">
                <a:avLst/>
              </a:prstGeom>
              <a:blipFill>
                <a:blip r:embed="rId6"/>
                <a:stretch>
                  <a:fillRect l="-16667" r="-8333" b="-625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own Arrow 17">
            <a:extLst>
              <a:ext uri="{FF2B5EF4-FFF2-40B4-BE49-F238E27FC236}">
                <a16:creationId xmlns:a16="http://schemas.microsoft.com/office/drawing/2014/main" id="{D43E6E61-E519-B62C-77C6-E80CB4487C9F}"/>
              </a:ext>
            </a:extLst>
          </p:cNvPr>
          <p:cNvSpPr/>
          <p:nvPr/>
        </p:nvSpPr>
        <p:spPr>
          <a:xfrm>
            <a:off x="7416128" y="2830010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BB218F73-8FA5-50DD-52F8-492E332E5D9E}"/>
              </a:ext>
            </a:extLst>
          </p:cNvPr>
          <p:cNvSpPr/>
          <p:nvPr/>
        </p:nvSpPr>
        <p:spPr>
          <a:xfrm rot="10800000">
            <a:off x="7416128" y="2495142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FF4888-F1D4-0BBD-8882-77871E28215B}"/>
                  </a:ext>
                </a:extLst>
              </p:cNvPr>
              <p:cNvSpPr txBox="1"/>
              <p:nvPr/>
            </p:nvSpPr>
            <p:spPr>
              <a:xfrm>
                <a:off x="7542984" y="2406362"/>
                <a:ext cx="262892" cy="180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sty m:val="p"/>
                        </m:rPr>
                        <a:rPr lang="en-US" sz="1200" b="0" i="0" baseline="-25000" smtClean="0">
                          <a:latin typeface="Cambria Math" panose="02040503050406030204" pitchFamily="18" charset="0"/>
                        </a:rPr>
                        <m:t>diff</m:t>
                      </m:r>
                    </m:oMath>
                  </m:oMathPara>
                </a14:m>
                <a:endParaRPr lang="en-US" sz="1200" baseline="-25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AFF4888-F1D4-0BBD-8882-77871E2821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984" y="2406362"/>
                <a:ext cx="262892" cy="180434"/>
              </a:xfrm>
              <a:prstGeom prst="rect">
                <a:avLst/>
              </a:prstGeom>
              <a:blipFill>
                <a:blip r:embed="rId7"/>
                <a:stretch>
                  <a:fillRect l="-13636" r="-909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E9A071-424C-AD70-0A2B-05AAF4CD8C22}"/>
                  </a:ext>
                </a:extLst>
              </p:cNvPr>
              <p:cNvSpPr txBox="1"/>
              <p:nvPr/>
            </p:nvSpPr>
            <p:spPr>
              <a:xfrm>
                <a:off x="7549004" y="3054181"/>
                <a:ext cx="15978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0E9A071-424C-AD70-0A2B-05AAF4CD8C2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004" y="3054181"/>
                <a:ext cx="159787" cy="184666"/>
              </a:xfrm>
              <a:prstGeom prst="rect">
                <a:avLst/>
              </a:prstGeom>
              <a:blipFill>
                <a:blip r:embed="rId8"/>
                <a:stretch>
                  <a:fillRect l="-2142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Down Arrow 22">
            <a:extLst>
              <a:ext uri="{FF2B5EF4-FFF2-40B4-BE49-F238E27FC236}">
                <a16:creationId xmlns:a16="http://schemas.microsoft.com/office/drawing/2014/main" id="{521C298E-33E8-8579-06CE-B9AC578C4C02}"/>
              </a:ext>
            </a:extLst>
          </p:cNvPr>
          <p:cNvSpPr/>
          <p:nvPr/>
        </p:nvSpPr>
        <p:spPr>
          <a:xfrm>
            <a:off x="7419429" y="5525353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E6E55C66-0722-6E1D-1876-F40DB7D00076}"/>
              </a:ext>
            </a:extLst>
          </p:cNvPr>
          <p:cNvSpPr/>
          <p:nvPr/>
        </p:nvSpPr>
        <p:spPr>
          <a:xfrm rot="10800000">
            <a:off x="7419429" y="5190485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CF222C-18E8-C022-DC9E-6AB6A46B6C4A}"/>
                  </a:ext>
                </a:extLst>
              </p:cNvPr>
              <p:cNvSpPr txBox="1"/>
              <p:nvPr/>
            </p:nvSpPr>
            <p:spPr>
              <a:xfrm>
                <a:off x="7546285" y="5101705"/>
                <a:ext cx="1927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2DCF222C-18E8-C022-DC9E-6AB6A46B6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285" y="5101705"/>
                <a:ext cx="192745" cy="184666"/>
              </a:xfrm>
              <a:prstGeom prst="rect">
                <a:avLst/>
              </a:prstGeom>
              <a:blipFill>
                <a:blip r:embed="rId9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8BD8B9-9754-7523-69BE-138CA8D5C8EB}"/>
                  </a:ext>
                </a:extLst>
              </p:cNvPr>
              <p:cNvSpPr txBox="1"/>
              <p:nvPr/>
            </p:nvSpPr>
            <p:spPr>
              <a:xfrm>
                <a:off x="7552305" y="5749524"/>
                <a:ext cx="19197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2D8BD8B9-9754-7523-69BE-138CA8D5C8E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305" y="5749524"/>
                <a:ext cx="191976" cy="184666"/>
              </a:xfrm>
              <a:prstGeom prst="rect">
                <a:avLst/>
              </a:prstGeom>
              <a:blipFill>
                <a:blip r:embed="rId10"/>
                <a:stretch>
                  <a:fillRect l="-18750" r="-125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B15F4C-9CB2-559D-9EAE-62C8474FEDC8}"/>
                  </a:ext>
                </a:extLst>
              </p:cNvPr>
              <p:cNvSpPr txBox="1"/>
              <p:nvPr/>
            </p:nvSpPr>
            <p:spPr>
              <a:xfrm>
                <a:off x="8789048" y="3576434"/>
                <a:ext cx="562526" cy="350609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2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</m:t>
                          </m:r>
                          <m:sSub>
                            <m:sSubPr>
                              <m:ctrlPr>
                                <a:rPr lang="en-US" sz="12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i="1"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sub>
                          </m:sSub>
                        </m:num>
                        <m:den>
                          <m:r>
                            <a:rPr lang="en-US" sz="12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sz="12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F0B15F4C-9CB2-559D-9EAE-62C8474FED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9048" y="3576434"/>
                <a:ext cx="562526" cy="350609"/>
              </a:xfrm>
              <a:prstGeom prst="rect">
                <a:avLst/>
              </a:prstGeom>
              <a:blipFill>
                <a:blip r:embed="rId11"/>
                <a:stretch>
                  <a:fillRect l="-6667" r="-6667" b="-1034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eft Brace 28">
            <a:extLst>
              <a:ext uri="{FF2B5EF4-FFF2-40B4-BE49-F238E27FC236}">
                <a16:creationId xmlns:a16="http://schemas.microsoft.com/office/drawing/2014/main" id="{F1794BA7-6786-3241-44A9-E09A40ED675A}"/>
              </a:ext>
            </a:extLst>
          </p:cNvPr>
          <p:cNvSpPr/>
          <p:nvPr/>
        </p:nvSpPr>
        <p:spPr>
          <a:xfrm rot="10800000">
            <a:off x="8561140" y="2028583"/>
            <a:ext cx="186401" cy="3496765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592CA84-3110-9A09-A1E4-989FBAF94EE3}"/>
              </a:ext>
            </a:extLst>
          </p:cNvPr>
          <p:cNvSpPr/>
          <p:nvPr/>
        </p:nvSpPr>
        <p:spPr>
          <a:xfrm>
            <a:off x="7654372" y="5362579"/>
            <a:ext cx="513050" cy="469896"/>
          </a:xfrm>
          <a:prstGeom prst="arc">
            <a:avLst>
              <a:gd name="adj1" fmla="val 12361934"/>
              <a:gd name="adj2" fmla="val 19020361"/>
            </a:avLst>
          </a:prstGeom>
          <a:ln w="317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1" name="Group 310">
            <a:extLst>
              <a:ext uri="{FF2B5EF4-FFF2-40B4-BE49-F238E27FC236}">
                <a16:creationId xmlns:a16="http://schemas.microsoft.com/office/drawing/2014/main" id="{759CE2B5-3F31-3679-5853-AE1945BD6401}"/>
              </a:ext>
            </a:extLst>
          </p:cNvPr>
          <p:cNvGrpSpPr/>
          <p:nvPr/>
        </p:nvGrpSpPr>
        <p:grpSpPr>
          <a:xfrm>
            <a:off x="4357779" y="2818880"/>
            <a:ext cx="294585" cy="215236"/>
            <a:chOff x="4357779" y="2818880"/>
            <a:chExt cx="294585" cy="215236"/>
          </a:xfrm>
        </p:grpSpPr>
        <p:sp>
          <p:nvSpPr>
            <p:cNvPr id="2" name="Oval 1">
              <a:extLst>
                <a:ext uri="{FF2B5EF4-FFF2-40B4-BE49-F238E27FC236}">
                  <a16:creationId xmlns:a16="http://schemas.microsoft.com/office/drawing/2014/main" id="{9957EFFC-10E4-BB7F-9522-A97CB14EDBC6}"/>
                </a:ext>
              </a:extLst>
            </p:cNvPr>
            <p:cNvSpPr/>
            <p:nvPr/>
          </p:nvSpPr>
          <p:spPr>
            <a:xfrm>
              <a:off x="4377846" y="2901147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58240520-2DF0-FC78-117E-DE0EC10EA370}"/>
                </a:ext>
              </a:extLst>
            </p:cNvPr>
            <p:cNvSpPr/>
            <p:nvPr/>
          </p:nvSpPr>
          <p:spPr>
            <a:xfrm>
              <a:off x="4424454" y="2980794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A47A833-C3D7-D9D8-071A-2B995EB29F98}"/>
                </a:ext>
              </a:extLst>
            </p:cNvPr>
            <p:cNvSpPr/>
            <p:nvPr/>
          </p:nvSpPr>
          <p:spPr>
            <a:xfrm>
              <a:off x="4495321" y="2980522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412D6C2D-D9E5-1C9E-E7D4-A1BD63A7188B}"/>
                </a:ext>
              </a:extLst>
            </p:cNvPr>
            <p:cNvSpPr/>
            <p:nvPr/>
          </p:nvSpPr>
          <p:spPr>
            <a:xfrm>
              <a:off x="4357779" y="2942694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EC034ADC-1F5F-CD34-A287-BD6917B56747}"/>
                </a:ext>
              </a:extLst>
            </p:cNvPr>
            <p:cNvSpPr/>
            <p:nvPr/>
          </p:nvSpPr>
          <p:spPr>
            <a:xfrm>
              <a:off x="4428646" y="3024972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9C7E185B-6302-3025-5FD4-3090434A3616}"/>
                </a:ext>
              </a:extLst>
            </p:cNvPr>
            <p:cNvSpPr/>
            <p:nvPr/>
          </p:nvSpPr>
          <p:spPr>
            <a:xfrm>
              <a:off x="4530246" y="3002747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C4E2996-6725-DE3A-B829-426E86A7C4FF}"/>
                </a:ext>
              </a:extLst>
            </p:cNvPr>
            <p:cNvSpPr/>
            <p:nvPr/>
          </p:nvSpPr>
          <p:spPr>
            <a:xfrm>
              <a:off x="4438171" y="293289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A68015D5-B36E-B70A-6A2E-6BAB06F43469}"/>
                </a:ext>
              </a:extLst>
            </p:cNvPr>
            <p:cNvSpPr/>
            <p:nvPr/>
          </p:nvSpPr>
          <p:spPr>
            <a:xfrm>
              <a:off x="4511196" y="291384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396BC2B-931D-ABAE-D2A3-F6D3FF7D117F}"/>
                </a:ext>
              </a:extLst>
            </p:cNvPr>
            <p:cNvSpPr/>
            <p:nvPr/>
          </p:nvSpPr>
          <p:spPr>
            <a:xfrm>
              <a:off x="4468904" y="2914119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21BC78B7-BC6B-B7DF-2FF0-3A477FF5727A}"/>
                </a:ext>
              </a:extLst>
            </p:cNvPr>
            <p:cNvSpPr/>
            <p:nvPr/>
          </p:nvSpPr>
          <p:spPr>
            <a:xfrm>
              <a:off x="4473096" y="295829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8" name="Oval 67">
              <a:extLst>
                <a:ext uri="{FF2B5EF4-FFF2-40B4-BE49-F238E27FC236}">
                  <a16:creationId xmlns:a16="http://schemas.microsoft.com/office/drawing/2014/main" id="{4A389330-E64C-92FE-008D-87C1936DD52A}"/>
                </a:ext>
              </a:extLst>
            </p:cNvPr>
            <p:cNvSpPr/>
            <p:nvPr/>
          </p:nvSpPr>
          <p:spPr>
            <a:xfrm>
              <a:off x="4516601" y="2818880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9" name="Oval 68">
              <a:extLst>
                <a:ext uri="{FF2B5EF4-FFF2-40B4-BE49-F238E27FC236}">
                  <a16:creationId xmlns:a16="http://schemas.microsoft.com/office/drawing/2014/main" id="{28A8281D-5B34-11E7-C4A7-3824959B73E0}"/>
                </a:ext>
              </a:extLst>
            </p:cNvPr>
            <p:cNvSpPr/>
            <p:nvPr/>
          </p:nvSpPr>
          <p:spPr>
            <a:xfrm>
              <a:off x="4563209" y="2898527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0" name="Oval 69">
              <a:extLst>
                <a:ext uri="{FF2B5EF4-FFF2-40B4-BE49-F238E27FC236}">
                  <a16:creationId xmlns:a16="http://schemas.microsoft.com/office/drawing/2014/main" id="{4B164A18-C1B4-9D38-604F-3FF1759523A4}"/>
                </a:ext>
              </a:extLst>
            </p:cNvPr>
            <p:cNvSpPr/>
            <p:nvPr/>
          </p:nvSpPr>
          <p:spPr>
            <a:xfrm>
              <a:off x="4634076" y="2898255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1" name="Oval 70">
              <a:extLst>
                <a:ext uri="{FF2B5EF4-FFF2-40B4-BE49-F238E27FC236}">
                  <a16:creationId xmlns:a16="http://schemas.microsoft.com/office/drawing/2014/main" id="{27FB9A88-BA69-710E-F7C3-7B6A530CCB0A}"/>
                </a:ext>
              </a:extLst>
            </p:cNvPr>
            <p:cNvSpPr/>
            <p:nvPr/>
          </p:nvSpPr>
          <p:spPr>
            <a:xfrm>
              <a:off x="4496534" y="2860427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2" name="Oval 71">
              <a:extLst>
                <a:ext uri="{FF2B5EF4-FFF2-40B4-BE49-F238E27FC236}">
                  <a16:creationId xmlns:a16="http://schemas.microsoft.com/office/drawing/2014/main" id="{BF7C23D0-DBFB-A9ED-E6A6-69905017FCB0}"/>
                </a:ext>
              </a:extLst>
            </p:cNvPr>
            <p:cNvSpPr/>
            <p:nvPr/>
          </p:nvSpPr>
          <p:spPr>
            <a:xfrm>
              <a:off x="4567401" y="2942705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4" name="Oval 73">
              <a:extLst>
                <a:ext uri="{FF2B5EF4-FFF2-40B4-BE49-F238E27FC236}">
                  <a16:creationId xmlns:a16="http://schemas.microsoft.com/office/drawing/2014/main" id="{C4B82E21-EF3A-0EC7-7592-1199189D2555}"/>
                </a:ext>
              </a:extLst>
            </p:cNvPr>
            <p:cNvSpPr/>
            <p:nvPr/>
          </p:nvSpPr>
          <p:spPr>
            <a:xfrm>
              <a:off x="4576926" y="285063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7" name="Oval 76">
              <a:extLst>
                <a:ext uri="{FF2B5EF4-FFF2-40B4-BE49-F238E27FC236}">
                  <a16:creationId xmlns:a16="http://schemas.microsoft.com/office/drawing/2014/main" id="{11ADE091-3C48-6343-05BC-C730537496BC}"/>
                </a:ext>
              </a:extLst>
            </p:cNvPr>
            <p:cNvSpPr/>
            <p:nvPr/>
          </p:nvSpPr>
          <p:spPr>
            <a:xfrm>
              <a:off x="4611851" y="287603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FE614416-D7A5-33C3-EC28-550EA06F8A9A}"/>
              </a:ext>
            </a:extLst>
          </p:cNvPr>
          <p:cNvGrpSpPr/>
          <p:nvPr/>
        </p:nvGrpSpPr>
        <p:grpSpPr>
          <a:xfrm>
            <a:off x="8134240" y="4393591"/>
            <a:ext cx="233387" cy="492619"/>
            <a:chOff x="8192296" y="4422619"/>
            <a:chExt cx="233387" cy="492619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79BE62BD-B512-22FA-42D8-579EB047D54D}"/>
                </a:ext>
              </a:extLst>
            </p:cNvPr>
            <p:cNvSpPr/>
            <p:nvPr/>
          </p:nvSpPr>
          <p:spPr>
            <a:xfrm>
              <a:off x="8192296" y="4422619"/>
              <a:ext cx="192745" cy="492619"/>
            </a:xfrm>
            <a:prstGeom prst="arc">
              <a:avLst>
                <a:gd name="adj1" fmla="val 3393486"/>
                <a:gd name="adj2" fmla="val 17501191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6245615C-9DBF-329B-D5FF-8401BBB01358}"/>
                </a:ext>
              </a:extLst>
            </p:cNvPr>
            <p:cNvSpPr/>
            <p:nvPr/>
          </p:nvSpPr>
          <p:spPr>
            <a:xfrm>
              <a:off x="8354182" y="46070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124A257C-C6B6-E836-CFE5-201D243B422B}"/>
                </a:ext>
              </a:extLst>
            </p:cNvPr>
            <p:cNvSpPr/>
            <p:nvPr/>
          </p:nvSpPr>
          <p:spPr>
            <a:xfrm>
              <a:off x="8389107" y="46292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04354CA2-0AA2-9829-1328-E370D023D73D}"/>
                </a:ext>
              </a:extLst>
            </p:cNvPr>
            <p:cNvSpPr/>
            <p:nvPr/>
          </p:nvSpPr>
          <p:spPr>
            <a:xfrm>
              <a:off x="8370057" y="45403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B7374440-E239-5D70-69C7-37FBF2243B95}"/>
                </a:ext>
              </a:extLst>
            </p:cNvPr>
            <p:cNvSpPr/>
            <p:nvPr/>
          </p:nvSpPr>
          <p:spPr>
            <a:xfrm>
              <a:off x="8327765" y="454063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CC18B2F-5E2E-25D6-836A-33AB532B8FFB}"/>
                </a:ext>
              </a:extLst>
            </p:cNvPr>
            <p:cNvSpPr/>
            <p:nvPr/>
          </p:nvSpPr>
          <p:spPr>
            <a:xfrm>
              <a:off x="8331957" y="45848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C02171FC-106C-F85B-9FB9-4886534BF7F7}"/>
              </a:ext>
            </a:extLst>
          </p:cNvPr>
          <p:cNvGrpSpPr/>
          <p:nvPr/>
        </p:nvGrpSpPr>
        <p:grpSpPr>
          <a:xfrm>
            <a:off x="7950849" y="2137824"/>
            <a:ext cx="514145" cy="1562306"/>
            <a:chOff x="8045190" y="2137824"/>
            <a:chExt cx="514145" cy="1562306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2E3300DA-36A8-69B9-54E0-570BDA4A5086}"/>
                </a:ext>
              </a:extLst>
            </p:cNvPr>
            <p:cNvSpPr/>
            <p:nvPr/>
          </p:nvSpPr>
          <p:spPr>
            <a:xfrm>
              <a:off x="8054723" y="2137824"/>
              <a:ext cx="504612" cy="1562306"/>
            </a:xfrm>
            <a:prstGeom prst="arc">
              <a:avLst>
                <a:gd name="adj1" fmla="val 16200000"/>
                <a:gd name="adj2" fmla="val 14382097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CB72760F-81E6-2741-C4A3-32C3B6D70FA6}"/>
                </a:ext>
              </a:extLst>
            </p:cNvPr>
            <p:cNvSpPr/>
            <p:nvPr/>
          </p:nvSpPr>
          <p:spPr>
            <a:xfrm>
              <a:off x="8045190" y="24768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B4FFB00B-23B7-7454-6DF6-02D929FA087A}"/>
                </a:ext>
              </a:extLst>
            </p:cNvPr>
            <p:cNvSpPr/>
            <p:nvPr/>
          </p:nvSpPr>
          <p:spPr>
            <a:xfrm>
              <a:off x="8116057" y="24766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A98BD176-3210-84F6-1D42-9F98F639180B}"/>
                </a:ext>
              </a:extLst>
            </p:cNvPr>
            <p:cNvSpPr/>
            <p:nvPr/>
          </p:nvSpPr>
          <p:spPr>
            <a:xfrm>
              <a:off x="8049382" y="25210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7798A34C-5AEF-AB58-C400-703F8E3FE9D8}"/>
                </a:ext>
              </a:extLst>
            </p:cNvPr>
            <p:cNvSpPr/>
            <p:nvPr/>
          </p:nvSpPr>
          <p:spPr>
            <a:xfrm>
              <a:off x="8058907" y="24289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BA8F1345-B6D9-C128-9CB1-5D3998BFD4E3}"/>
                </a:ext>
              </a:extLst>
            </p:cNvPr>
            <p:cNvSpPr/>
            <p:nvPr/>
          </p:nvSpPr>
          <p:spPr>
            <a:xfrm>
              <a:off x="8131932" y="24099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BB0F80CF-6624-6F65-F52B-01B14ECD2D82}"/>
                </a:ext>
              </a:extLst>
            </p:cNvPr>
            <p:cNvSpPr/>
            <p:nvPr/>
          </p:nvSpPr>
          <p:spPr>
            <a:xfrm>
              <a:off x="8089640" y="24102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E06ABF06-E4FC-B779-72C1-5F1A0793C950}"/>
                </a:ext>
              </a:extLst>
            </p:cNvPr>
            <p:cNvSpPr/>
            <p:nvPr/>
          </p:nvSpPr>
          <p:spPr>
            <a:xfrm>
              <a:off x="8093832" y="24543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3CD3A237-7058-AB72-518B-09D98A8EE2F4}"/>
              </a:ext>
            </a:extLst>
          </p:cNvPr>
          <p:cNvGrpSpPr/>
          <p:nvPr/>
        </p:nvGrpSpPr>
        <p:grpSpPr>
          <a:xfrm>
            <a:off x="8220520" y="3079230"/>
            <a:ext cx="163366" cy="390750"/>
            <a:chOff x="8231329" y="3021174"/>
            <a:chExt cx="163366" cy="390750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7BF218E7-350E-E40E-D5A2-B77D56043F54}"/>
                </a:ext>
              </a:extLst>
            </p:cNvPr>
            <p:cNvSpPr/>
            <p:nvPr/>
          </p:nvSpPr>
          <p:spPr>
            <a:xfrm>
              <a:off x="8231329" y="3021174"/>
              <a:ext cx="114680" cy="390750"/>
            </a:xfrm>
            <a:prstGeom prst="arc">
              <a:avLst>
                <a:gd name="adj1" fmla="val 4039734"/>
                <a:gd name="adj2" fmla="val 17899358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494772C6-CD3B-0697-4E6B-77BAB9E3D182}"/>
                </a:ext>
              </a:extLst>
            </p:cNvPr>
            <p:cNvSpPr/>
            <p:nvPr/>
          </p:nvSpPr>
          <p:spPr>
            <a:xfrm>
              <a:off x="8316082" y="31941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D18255AB-7F5D-7C20-EA67-3A7C02C89EC8}"/>
                </a:ext>
              </a:extLst>
            </p:cNvPr>
            <p:cNvSpPr/>
            <p:nvPr/>
          </p:nvSpPr>
          <p:spPr>
            <a:xfrm>
              <a:off x="8362690" y="32738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10C42893-B61B-5BC4-60C3-6DC6759F0ECF}"/>
                </a:ext>
              </a:extLst>
            </p:cNvPr>
            <p:cNvSpPr/>
            <p:nvPr/>
          </p:nvSpPr>
          <p:spPr>
            <a:xfrm>
              <a:off x="8296015" y="32357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E8732F5E-C2C5-5334-61FA-47A1863C0D91}"/>
                </a:ext>
              </a:extLst>
            </p:cNvPr>
            <p:cNvSpPr/>
            <p:nvPr/>
          </p:nvSpPr>
          <p:spPr>
            <a:xfrm>
              <a:off x="8376407" y="32259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C48700BC-9C2F-AD56-6208-5419010DDDFF}"/>
              </a:ext>
            </a:extLst>
          </p:cNvPr>
          <p:cNvGrpSpPr/>
          <p:nvPr/>
        </p:nvGrpSpPr>
        <p:grpSpPr>
          <a:xfrm>
            <a:off x="7507863" y="3694818"/>
            <a:ext cx="438158" cy="914400"/>
            <a:chOff x="8319257" y="3587154"/>
            <a:chExt cx="438158" cy="914400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D641C70F-D05F-A5E3-186B-FB216A093156}"/>
                </a:ext>
              </a:extLst>
            </p:cNvPr>
            <p:cNvSpPr/>
            <p:nvPr/>
          </p:nvSpPr>
          <p:spPr>
            <a:xfrm>
              <a:off x="8364322" y="3587154"/>
              <a:ext cx="393093" cy="914400"/>
            </a:xfrm>
            <a:prstGeom prst="arc">
              <a:avLst>
                <a:gd name="adj1" fmla="val 16664678"/>
                <a:gd name="adj2" fmla="val 8787281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116EE7CE-979E-3F16-501B-1EA1EB788FFB}"/>
                </a:ext>
              </a:extLst>
            </p:cNvPr>
            <p:cNvSpPr/>
            <p:nvPr/>
          </p:nvSpPr>
          <p:spPr>
            <a:xfrm>
              <a:off x="8319257" y="40355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AF1894DC-DD7F-92B7-FAC4-513F6FBD7251}"/>
                </a:ext>
              </a:extLst>
            </p:cNvPr>
            <p:cNvSpPr/>
            <p:nvPr/>
          </p:nvSpPr>
          <p:spPr>
            <a:xfrm>
              <a:off x="8354182" y="40577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FBF645DE-FFCE-891D-D832-78D4545054BF}"/>
                </a:ext>
              </a:extLst>
            </p:cNvPr>
            <p:cNvSpPr/>
            <p:nvPr/>
          </p:nvSpPr>
          <p:spPr>
            <a:xfrm>
              <a:off x="8335132" y="39688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2C4F7E85-ADD6-F4AA-DE0A-E138CDAFCFC0}"/>
                </a:ext>
              </a:extLst>
            </p:cNvPr>
            <p:cNvSpPr/>
            <p:nvPr/>
          </p:nvSpPr>
          <p:spPr>
            <a:xfrm>
              <a:off x="8354182" y="41085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B364F226-224C-1696-E088-2B385E8419A4}"/>
                </a:ext>
              </a:extLst>
            </p:cNvPr>
            <p:cNvSpPr/>
            <p:nvPr/>
          </p:nvSpPr>
          <p:spPr>
            <a:xfrm>
              <a:off x="8334115" y="41501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300A740A-693E-2C90-BED4-BFC0004E7C8E}"/>
                </a:ext>
              </a:extLst>
            </p:cNvPr>
            <p:cNvSpPr/>
            <p:nvPr/>
          </p:nvSpPr>
          <p:spPr>
            <a:xfrm>
              <a:off x="8414507" y="41403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3" name="Group 312">
            <a:extLst>
              <a:ext uri="{FF2B5EF4-FFF2-40B4-BE49-F238E27FC236}">
                <a16:creationId xmlns:a16="http://schemas.microsoft.com/office/drawing/2014/main" id="{D12073FC-ECB0-CB0C-EB99-8E13B6C55E71}"/>
              </a:ext>
            </a:extLst>
          </p:cNvPr>
          <p:cNvGrpSpPr/>
          <p:nvPr/>
        </p:nvGrpSpPr>
        <p:grpSpPr>
          <a:xfrm>
            <a:off x="4972784" y="2490835"/>
            <a:ext cx="60580" cy="384705"/>
            <a:chOff x="4972784" y="2490835"/>
            <a:chExt cx="60580" cy="384705"/>
          </a:xfrm>
        </p:grpSpPr>
        <p:sp>
          <p:nvSpPr>
            <p:cNvPr id="73" name="Oval 72">
              <a:extLst>
                <a:ext uri="{FF2B5EF4-FFF2-40B4-BE49-F238E27FC236}">
                  <a16:creationId xmlns:a16="http://schemas.microsoft.com/office/drawing/2014/main" id="{9FE06558-1D11-73CE-998A-FCED2766EE9C}"/>
                </a:ext>
              </a:extLst>
            </p:cNvPr>
            <p:cNvSpPr/>
            <p:nvPr/>
          </p:nvSpPr>
          <p:spPr>
            <a:xfrm>
              <a:off x="4976976" y="281226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5" name="Oval 74">
              <a:extLst>
                <a:ext uri="{FF2B5EF4-FFF2-40B4-BE49-F238E27FC236}">
                  <a16:creationId xmlns:a16="http://schemas.microsoft.com/office/drawing/2014/main" id="{CD30E01A-55DF-B3F3-F76D-CEBCD547970E}"/>
                </a:ext>
              </a:extLst>
            </p:cNvPr>
            <p:cNvSpPr/>
            <p:nvPr/>
          </p:nvSpPr>
          <p:spPr>
            <a:xfrm>
              <a:off x="5015076" y="285698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6" name="Oval 75">
              <a:extLst>
                <a:ext uri="{FF2B5EF4-FFF2-40B4-BE49-F238E27FC236}">
                  <a16:creationId xmlns:a16="http://schemas.microsoft.com/office/drawing/2014/main" id="{CC7B072E-18C0-0186-126A-38001313B1CC}"/>
                </a:ext>
              </a:extLst>
            </p:cNvPr>
            <p:cNvSpPr/>
            <p:nvPr/>
          </p:nvSpPr>
          <p:spPr>
            <a:xfrm>
              <a:off x="4972784" y="2857252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BB9030FC-C72A-AACB-0E07-243C15D6BCB8}"/>
                </a:ext>
              </a:extLst>
            </p:cNvPr>
            <p:cNvCxnSpPr/>
            <p:nvPr/>
          </p:nvCxnSpPr>
          <p:spPr>
            <a:xfrm>
              <a:off x="4995264" y="2490835"/>
              <a:ext cx="0" cy="287223"/>
            </a:xfrm>
            <a:prstGeom prst="straightConnector1">
              <a:avLst/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2" name="Group 311">
            <a:extLst>
              <a:ext uri="{FF2B5EF4-FFF2-40B4-BE49-F238E27FC236}">
                <a16:creationId xmlns:a16="http://schemas.microsoft.com/office/drawing/2014/main" id="{33B867EA-8D98-7753-A41F-6860AF92B44E}"/>
              </a:ext>
            </a:extLst>
          </p:cNvPr>
          <p:cNvGrpSpPr/>
          <p:nvPr/>
        </p:nvGrpSpPr>
        <p:grpSpPr>
          <a:xfrm>
            <a:off x="5236087" y="2508880"/>
            <a:ext cx="73025" cy="368830"/>
            <a:chOff x="5236087" y="2508880"/>
            <a:chExt cx="73025" cy="368830"/>
          </a:xfrm>
        </p:grpSpPr>
        <p:sp>
          <p:nvSpPr>
            <p:cNvPr id="113" name="Oval 112">
              <a:extLst>
                <a:ext uri="{FF2B5EF4-FFF2-40B4-BE49-F238E27FC236}">
                  <a16:creationId xmlns:a16="http://schemas.microsoft.com/office/drawing/2014/main" id="{CD86646E-3975-6E14-89F6-94A94048755A}"/>
                </a:ext>
              </a:extLst>
            </p:cNvPr>
            <p:cNvSpPr/>
            <p:nvPr/>
          </p:nvSpPr>
          <p:spPr>
            <a:xfrm>
              <a:off x="5252724" y="281443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4" name="Oval 113">
              <a:extLst>
                <a:ext uri="{FF2B5EF4-FFF2-40B4-BE49-F238E27FC236}">
                  <a16:creationId xmlns:a16="http://schemas.microsoft.com/office/drawing/2014/main" id="{D71B6BB0-CC11-DED3-2CE5-1A82CF492C4A}"/>
                </a:ext>
              </a:extLst>
            </p:cNvPr>
            <p:cNvSpPr/>
            <p:nvPr/>
          </p:nvSpPr>
          <p:spPr>
            <a:xfrm>
              <a:off x="5290824" y="285915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5" name="Oval 114">
              <a:extLst>
                <a:ext uri="{FF2B5EF4-FFF2-40B4-BE49-F238E27FC236}">
                  <a16:creationId xmlns:a16="http://schemas.microsoft.com/office/drawing/2014/main" id="{68632676-9ACB-51E0-7C07-A797F812ED6E}"/>
                </a:ext>
              </a:extLst>
            </p:cNvPr>
            <p:cNvSpPr/>
            <p:nvPr/>
          </p:nvSpPr>
          <p:spPr>
            <a:xfrm>
              <a:off x="5239007" y="2859422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16" name="Straight Arrow Connector 115">
              <a:extLst>
                <a:ext uri="{FF2B5EF4-FFF2-40B4-BE49-F238E27FC236}">
                  <a16:creationId xmlns:a16="http://schemas.microsoft.com/office/drawing/2014/main" id="{C5AE7C14-B7F8-6AF4-4651-E751C55F6708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593964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>
              <a:extLst>
                <a:ext uri="{FF2B5EF4-FFF2-40B4-BE49-F238E27FC236}">
                  <a16:creationId xmlns:a16="http://schemas.microsoft.com/office/drawing/2014/main" id="{5F37ADB8-B7D0-649C-67FF-EE304B316988}"/>
                </a:ext>
              </a:extLst>
            </p:cNvPr>
            <p:cNvCxnSpPr>
              <a:cxnSpLocks/>
            </p:cNvCxnSpPr>
            <p:nvPr/>
          </p:nvCxnSpPr>
          <p:spPr>
            <a:xfrm>
              <a:off x="5302762" y="2593964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8" name="Straight Arrow Connector 117">
              <a:extLst>
                <a:ext uri="{FF2B5EF4-FFF2-40B4-BE49-F238E27FC236}">
                  <a16:creationId xmlns:a16="http://schemas.microsoft.com/office/drawing/2014/main" id="{8911C789-9DF7-28C8-1481-E71A5D988E61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668229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>
              <a:extLst>
                <a:ext uri="{FF2B5EF4-FFF2-40B4-BE49-F238E27FC236}">
                  <a16:creationId xmlns:a16="http://schemas.microsoft.com/office/drawing/2014/main" id="{45B44E3D-0C6A-F70F-F6AC-6492FAEA94B3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634447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6" name="Straight Arrow Connector 125">
              <a:extLst>
                <a:ext uri="{FF2B5EF4-FFF2-40B4-BE49-F238E27FC236}">
                  <a16:creationId xmlns:a16="http://schemas.microsoft.com/office/drawing/2014/main" id="{7F6725FA-7FCC-A74C-DBB7-81F205ED7F96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60269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F76B9682-EDCF-BAE0-FAB4-2CE28847F797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536247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11CD4267-62FB-1871-FC71-6FA83D72675C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508880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1" name="Straight Arrow Connector 130">
              <a:extLst>
                <a:ext uri="{FF2B5EF4-FFF2-40B4-BE49-F238E27FC236}">
                  <a16:creationId xmlns:a16="http://schemas.microsoft.com/office/drawing/2014/main" id="{416A7A30-ACB2-811D-A137-8599300A709B}"/>
                </a:ext>
              </a:extLst>
            </p:cNvPr>
            <p:cNvCxnSpPr>
              <a:cxnSpLocks/>
            </p:cNvCxnSpPr>
            <p:nvPr/>
          </p:nvCxnSpPr>
          <p:spPr>
            <a:xfrm>
              <a:off x="5302762" y="256285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3" name="Straight Arrow Connector 132">
              <a:extLst>
                <a:ext uri="{FF2B5EF4-FFF2-40B4-BE49-F238E27FC236}">
                  <a16:creationId xmlns:a16="http://schemas.microsoft.com/office/drawing/2014/main" id="{F99E2B4C-9F08-DD11-CC4A-33BB748A855E}"/>
                </a:ext>
              </a:extLst>
            </p:cNvPr>
            <p:cNvCxnSpPr>
              <a:cxnSpLocks/>
            </p:cNvCxnSpPr>
            <p:nvPr/>
          </p:nvCxnSpPr>
          <p:spPr>
            <a:xfrm>
              <a:off x="5267837" y="277875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5" name="Straight Arrow Connector 134">
              <a:extLst>
                <a:ext uri="{FF2B5EF4-FFF2-40B4-BE49-F238E27FC236}">
                  <a16:creationId xmlns:a16="http://schemas.microsoft.com/office/drawing/2014/main" id="{227C5586-8C42-FC39-396C-2C6636F02E49}"/>
                </a:ext>
              </a:extLst>
            </p:cNvPr>
            <p:cNvCxnSpPr>
              <a:cxnSpLocks/>
            </p:cNvCxnSpPr>
            <p:nvPr/>
          </p:nvCxnSpPr>
          <p:spPr>
            <a:xfrm>
              <a:off x="5236087" y="2577296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3D4B9729-B918-07F1-9EA0-5FF3B80912E4}"/>
              </a:ext>
            </a:extLst>
          </p:cNvPr>
          <p:cNvGrpSpPr/>
          <p:nvPr/>
        </p:nvGrpSpPr>
        <p:grpSpPr>
          <a:xfrm>
            <a:off x="7121015" y="3238847"/>
            <a:ext cx="73025" cy="368830"/>
            <a:chOff x="8704648" y="3073590"/>
            <a:chExt cx="73025" cy="368830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C2B580A4-BA74-2F0B-9133-FF866651166C}"/>
                </a:ext>
              </a:extLst>
            </p:cNvPr>
            <p:cNvSpPr/>
            <p:nvPr/>
          </p:nvSpPr>
          <p:spPr>
            <a:xfrm>
              <a:off x="8721285" y="337914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E8A911D9-C290-F1F6-700A-6DF34DA8BEE4}"/>
                </a:ext>
              </a:extLst>
            </p:cNvPr>
            <p:cNvSpPr/>
            <p:nvPr/>
          </p:nvSpPr>
          <p:spPr>
            <a:xfrm>
              <a:off x="8759385" y="342386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AE59EAE4-4AA6-427D-C66E-82FD068428AF}"/>
                </a:ext>
              </a:extLst>
            </p:cNvPr>
            <p:cNvSpPr/>
            <p:nvPr/>
          </p:nvSpPr>
          <p:spPr>
            <a:xfrm>
              <a:off x="8707568" y="3424132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E92CC555-46B9-05D8-3F1F-6DF2B0F2E982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158674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877A55F6-E3AB-ED95-A76A-B293E0175B61}"/>
                </a:ext>
              </a:extLst>
            </p:cNvPr>
            <p:cNvCxnSpPr>
              <a:cxnSpLocks/>
            </p:cNvCxnSpPr>
            <p:nvPr/>
          </p:nvCxnSpPr>
          <p:spPr>
            <a:xfrm>
              <a:off x="8771323" y="3158674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F6BCC2AF-66B0-07D6-58D7-7EC2902B91A9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232939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E2B2E1D8-F95A-0DB0-EC0A-2DAD5DDE87D2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99157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D97DCC6E-28EB-BBBE-7F56-F14099F8C77A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6740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70AF3710-B167-E843-2AB1-6A3105CD5BE9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100957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E5444EF3-AFEF-E8F0-30F8-B5C5E3BFE013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073590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3BBB9298-A494-97A7-7301-FAFA11D3BE60}"/>
                </a:ext>
              </a:extLst>
            </p:cNvPr>
            <p:cNvCxnSpPr>
              <a:cxnSpLocks/>
            </p:cNvCxnSpPr>
            <p:nvPr/>
          </p:nvCxnSpPr>
          <p:spPr>
            <a:xfrm>
              <a:off x="8771323" y="312756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60341332-F8B9-86D4-F722-260B51A588FF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34346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5B717FCC-F084-209C-703F-8B23CF1E220D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42006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851FFE58-CEE7-AED0-8FA3-301F78BCB6B4}"/>
              </a:ext>
            </a:extLst>
          </p:cNvPr>
          <p:cNvGrpSpPr/>
          <p:nvPr/>
        </p:nvGrpSpPr>
        <p:grpSpPr>
          <a:xfrm>
            <a:off x="7356429" y="4825761"/>
            <a:ext cx="73025" cy="368830"/>
            <a:chOff x="8786083" y="4825761"/>
            <a:chExt cx="73025" cy="36883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4E048BC7-72AE-B3F4-B8F9-24CD6AD4BEF1}"/>
                </a:ext>
              </a:extLst>
            </p:cNvPr>
            <p:cNvSpPr/>
            <p:nvPr/>
          </p:nvSpPr>
          <p:spPr>
            <a:xfrm>
              <a:off x="8802720" y="51313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C4AA445B-A4E5-00A1-6715-D6F85C6D321B}"/>
                </a:ext>
              </a:extLst>
            </p:cNvPr>
            <p:cNvSpPr/>
            <p:nvPr/>
          </p:nvSpPr>
          <p:spPr>
            <a:xfrm>
              <a:off x="8840820" y="51760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A729EA08-EA4F-28D4-02C9-0022D24BA29F}"/>
                </a:ext>
              </a:extLst>
            </p:cNvPr>
            <p:cNvSpPr/>
            <p:nvPr/>
          </p:nvSpPr>
          <p:spPr>
            <a:xfrm>
              <a:off x="8789003" y="517630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F3F2AA2A-AE6F-563E-86C8-3D990095D91A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910845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3861792F-4A9C-A714-A338-23111F8BE3A1}"/>
                </a:ext>
              </a:extLst>
            </p:cNvPr>
            <p:cNvCxnSpPr>
              <a:cxnSpLocks/>
            </p:cNvCxnSpPr>
            <p:nvPr/>
          </p:nvCxnSpPr>
          <p:spPr>
            <a:xfrm>
              <a:off x="8852758" y="4910845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D45F37EF-AFD2-BBE8-C79D-1B5B6C333263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85110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C420738D-4E33-0C73-B737-2BF87512CECC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51328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20FA8C4A-D288-723D-8A13-DC29C0182781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19577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47C19EA1-548A-D0A4-9712-4AD66F0A5B0E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853128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C27638C6-EBD5-1D4B-72B8-23024C7D64A1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825761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79791B30-2F31-5AAD-4420-502BDB259387}"/>
                </a:ext>
              </a:extLst>
            </p:cNvPr>
            <p:cNvCxnSpPr>
              <a:cxnSpLocks/>
            </p:cNvCxnSpPr>
            <p:nvPr/>
          </p:nvCxnSpPr>
          <p:spPr>
            <a:xfrm>
              <a:off x="8852758" y="487973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A9C58B89-4BA9-0370-8AC8-7B1C3044FA4E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509563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1439535E-63B9-CB03-4515-67FC7C4D008A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894177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C222E1B2-3153-BB6F-071A-0A38FB67131B}"/>
                  </a:ext>
                </a:extLst>
              </p:cNvPr>
              <p:cNvSpPr txBox="1"/>
              <p:nvPr/>
            </p:nvSpPr>
            <p:spPr>
              <a:xfrm>
                <a:off x="6886560" y="4893570"/>
                <a:ext cx="45146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C222E1B2-3153-BB6F-071A-0A38FB6713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560" y="4893570"/>
                <a:ext cx="451469" cy="184666"/>
              </a:xfrm>
              <a:prstGeom prst="rect">
                <a:avLst/>
              </a:prstGeom>
              <a:blipFill>
                <a:blip r:embed="rId12"/>
                <a:stretch>
                  <a:fillRect l="-5556" r="-2778" b="-2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991A8813-54BF-ACDF-C068-F7D2E57A2E45}"/>
              </a:ext>
            </a:extLst>
          </p:cNvPr>
          <p:cNvGrpSpPr/>
          <p:nvPr/>
        </p:nvGrpSpPr>
        <p:grpSpPr>
          <a:xfrm>
            <a:off x="7927969" y="4850500"/>
            <a:ext cx="114761" cy="292775"/>
            <a:chOff x="7964254" y="4850500"/>
            <a:chExt cx="114761" cy="292775"/>
          </a:xfrm>
        </p:grpSpPr>
        <p:sp>
          <p:nvSpPr>
            <p:cNvPr id="171" name="Arc 170">
              <a:extLst>
                <a:ext uri="{FF2B5EF4-FFF2-40B4-BE49-F238E27FC236}">
                  <a16:creationId xmlns:a16="http://schemas.microsoft.com/office/drawing/2014/main" id="{35B5695D-2994-5A72-1706-96226845201B}"/>
                </a:ext>
              </a:extLst>
            </p:cNvPr>
            <p:cNvSpPr/>
            <p:nvPr/>
          </p:nvSpPr>
          <p:spPr>
            <a:xfrm>
              <a:off x="7964335" y="4850500"/>
              <a:ext cx="114680" cy="216423"/>
            </a:xfrm>
            <a:prstGeom prst="arc">
              <a:avLst>
                <a:gd name="adj1" fmla="val 14776883"/>
                <a:gd name="adj2" fmla="val 4592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A38F5534-9061-E87A-FA60-0D85A0215E3D}"/>
                </a:ext>
              </a:extLst>
            </p:cNvPr>
            <p:cNvSpPr/>
            <p:nvPr/>
          </p:nvSpPr>
          <p:spPr>
            <a:xfrm>
              <a:off x="7984321" y="5049379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4689846E-133F-B51D-9402-93A108197726}"/>
                </a:ext>
              </a:extLst>
            </p:cNvPr>
            <p:cNvSpPr/>
            <p:nvPr/>
          </p:nvSpPr>
          <p:spPr>
            <a:xfrm>
              <a:off x="8016806" y="510078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9EC3531B-8A47-1FBB-AF20-A83EF1006C67}"/>
                </a:ext>
              </a:extLst>
            </p:cNvPr>
            <p:cNvSpPr/>
            <p:nvPr/>
          </p:nvSpPr>
          <p:spPr>
            <a:xfrm>
              <a:off x="7964254" y="5090926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5DF2F561-DA4F-5C33-717A-07A4B05C7022}"/>
                </a:ext>
              </a:extLst>
            </p:cNvPr>
            <p:cNvSpPr/>
            <p:nvPr/>
          </p:nvSpPr>
          <p:spPr>
            <a:xfrm>
              <a:off x="8044646" y="5081129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61F8E28E-A22E-87A2-4ED4-6D0670EC0877}"/>
                </a:ext>
              </a:extLst>
            </p:cNvPr>
            <p:cNvSpPr/>
            <p:nvPr/>
          </p:nvSpPr>
          <p:spPr>
            <a:xfrm>
              <a:off x="8013663" y="51341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10" name="Group 309">
            <a:extLst>
              <a:ext uri="{FF2B5EF4-FFF2-40B4-BE49-F238E27FC236}">
                <a16:creationId xmlns:a16="http://schemas.microsoft.com/office/drawing/2014/main" id="{E9F9A3A2-E8DC-B024-56BC-0BD4835DDADC}"/>
              </a:ext>
            </a:extLst>
          </p:cNvPr>
          <p:cNvGrpSpPr/>
          <p:nvPr/>
        </p:nvGrpSpPr>
        <p:grpSpPr>
          <a:xfrm>
            <a:off x="4899997" y="3054181"/>
            <a:ext cx="221107" cy="132969"/>
            <a:chOff x="7587085" y="5854813"/>
            <a:chExt cx="221107" cy="132969"/>
          </a:xfrm>
        </p:grpSpPr>
        <p:sp>
          <p:nvSpPr>
            <p:cNvPr id="214" name="Oval 213">
              <a:extLst>
                <a:ext uri="{FF2B5EF4-FFF2-40B4-BE49-F238E27FC236}">
                  <a16:creationId xmlns:a16="http://schemas.microsoft.com/office/drawing/2014/main" id="{5420EA55-D188-2119-122B-272E6B14A85F}"/>
                </a:ext>
              </a:extLst>
            </p:cNvPr>
            <p:cNvSpPr/>
            <p:nvPr/>
          </p:nvSpPr>
          <p:spPr>
            <a:xfrm>
              <a:off x="7607152" y="58548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5" name="Oval 214">
              <a:extLst>
                <a:ext uri="{FF2B5EF4-FFF2-40B4-BE49-F238E27FC236}">
                  <a16:creationId xmlns:a16="http://schemas.microsoft.com/office/drawing/2014/main" id="{95E13EC8-D98F-E87E-BCF1-F420ECAD5FEC}"/>
                </a:ext>
              </a:extLst>
            </p:cNvPr>
            <p:cNvSpPr/>
            <p:nvPr/>
          </p:nvSpPr>
          <p:spPr>
            <a:xfrm>
              <a:off x="7653760" y="593446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6" name="Oval 215">
              <a:extLst>
                <a:ext uri="{FF2B5EF4-FFF2-40B4-BE49-F238E27FC236}">
                  <a16:creationId xmlns:a16="http://schemas.microsoft.com/office/drawing/2014/main" id="{46F2DB98-38CB-0992-6804-47CD459972E4}"/>
                </a:ext>
              </a:extLst>
            </p:cNvPr>
            <p:cNvSpPr/>
            <p:nvPr/>
          </p:nvSpPr>
          <p:spPr>
            <a:xfrm>
              <a:off x="7724627" y="59341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7" name="Oval 216">
              <a:extLst>
                <a:ext uri="{FF2B5EF4-FFF2-40B4-BE49-F238E27FC236}">
                  <a16:creationId xmlns:a16="http://schemas.microsoft.com/office/drawing/2014/main" id="{1691AF90-E82D-E8C2-034F-009C146E3E35}"/>
                </a:ext>
              </a:extLst>
            </p:cNvPr>
            <p:cNvSpPr/>
            <p:nvPr/>
          </p:nvSpPr>
          <p:spPr>
            <a:xfrm>
              <a:off x="7587085" y="589636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8" name="Oval 217">
              <a:extLst>
                <a:ext uri="{FF2B5EF4-FFF2-40B4-BE49-F238E27FC236}">
                  <a16:creationId xmlns:a16="http://schemas.microsoft.com/office/drawing/2014/main" id="{13695E15-102B-FFA4-E7DE-5231E3C64189}"/>
                </a:ext>
              </a:extLst>
            </p:cNvPr>
            <p:cNvSpPr/>
            <p:nvPr/>
          </p:nvSpPr>
          <p:spPr>
            <a:xfrm>
              <a:off x="7657952" y="59786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9" name="Oval 218">
              <a:extLst>
                <a:ext uri="{FF2B5EF4-FFF2-40B4-BE49-F238E27FC236}">
                  <a16:creationId xmlns:a16="http://schemas.microsoft.com/office/drawing/2014/main" id="{F275557D-B53F-C90D-D2C7-34CEA303367E}"/>
                </a:ext>
              </a:extLst>
            </p:cNvPr>
            <p:cNvSpPr/>
            <p:nvPr/>
          </p:nvSpPr>
          <p:spPr>
            <a:xfrm>
              <a:off x="7759552" y="59564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0" name="Oval 219">
              <a:extLst>
                <a:ext uri="{FF2B5EF4-FFF2-40B4-BE49-F238E27FC236}">
                  <a16:creationId xmlns:a16="http://schemas.microsoft.com/office/drawing/2014/main" id="{7B009841-3D3C-CA4A-A9B4-ED6022C0E129}"/>
                </a:ext>
              </a:extLst>
            </p:cNvPr>
            <p:cNvSpPr/>
            <p:nvPr/>
          </p:nvSpPr>
          <p:spPr>
            <a:xfrm>
              <a:off x="7667477" y="58865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1" name="Oval 220">
              <a:extLst>
                <a:ext uri="{FF2B5EF4-FFF2-40B4-BE49-F238E27FC236}">
                  <a16:creationId xmlns:a16="http://schemas.microsoft.com/office/drawing/2014/main" id="{273ACF70-62B7-B17D-E22E-EC50096AF3DF}"/>
                </a:ext>
              </a:extLst>
            </p:cNvPr>
            <p:cNvSpPr/>
            <p:nvPr/>
          </p:nvSpPr>
          <p:spPr>
            <a:xfrm>
              <a:off x="7740502" y="58675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2" name="Oval 221">
              <a:extLst>
                <a:ext uri="{FF2B5EF4-FFF2-40B4-BE49-F238E27FC236}">
                  <a16:creationId xmlns:a16="http://schemas.microsoft.com/office/drawing/2014/main" id="{AFBCD734-2B8E-030B-96FB-D51914EB14D0}"/>
                </a:ext>
              </a:extLst>
            </p:cNvPr>
            <p:cNvSpPr/>
            <p:nvPr/>
          </p:nvSpPr>
          <p:spPr>
            <a:xfrm>
              <a:off x="7698210" y="58677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3" name="Oval 222">
              <a:extLst>
                <a:ext uri="{FF2B5EF4-FFF2-40B4-BE49-F238E27FC236}">
                  <a16:creationId xmlns:a16="http://schemas.microsoft.com/office/drawing/2014/main" id="{F74594EB-C177-70A2-64C9-F7CEBDE2F4BC}"/>
                </a:ext>
              </a:extLst>
            </p:cNvPr>
            <p:cNvSpPr/>
            <p:nvPr/>
          </p:nvSpPr>
          <p:spPr>
            <a:xfrm>
              <a:off x="7702402" y="59119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6" name="Oval 225">
              <a:extLst>
                <a:ext uri="{FF2B5EF4-FFF2-40B4-BE49-F238E27FC236}">
                  <a16:creationId xmlns:a16="http://schemas.microsoft.com/office/drawing/2014/main" id="{11274144-0003-CFF9-823D-DA11C9D8E378}"/>
                </a:ext>
              </a:extLst>
            </p:cNvPr>
            <p:cNvSpPr/>
            <p:nvPr/>
          </p:nvSpPr>
          <p:spPr>
            <a:xfrm>
              <a:off x="7780760" y="58900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B3D8E725-E2DF-F4E9-12E6-34DBCA1769A8}"/>
              </a:ext>
            </a:extLst>
          </p:cNvPr>
          <p:cNvGrpSpPr/>
          <p:nvPr/>
        </p:nvGrpSpPr>
        <p:grpSpPr>
          <a:xfrm>
            <a:off x="8116625" y="4962534"/>
            <a:ext cx="958749" cy="1417668"/>
            <a:chOff x="9405485" y="5083560"/>
            <a:chExt cx="958749" cy="1417668"/>
          </a:xfrm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08917913-456A-FAED-2734-C748F7169EE0}"/>
                </a:ext>
              </a:extLst>
            </p:cNvPr>
            <p:cNvSpPr/>
            <p:nvPr/>
          </p:nvSpPr>
          <p:spPr>
            <a:xfrm>
              <a:off x="9405485" y="5555998"/>
              <a:ext cx="82296" cy="64008"/>
            </a:xfrm>
            <a:prstGeom prst="ellipse">
              <a:avLst/>
            </a:prstGeom>
            <a:solidFill>
              <a:srgbClr val="D27D4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AD45C959-1CC2-FE51-F40C-FD415728CEA4}"/>
                </a:ext>
              </a:extLst>
            </p:cNvPr>
            <p:cNvSpPr/>
            <p:nvPr/>
          </p:nvSpPr>
          <p:spPr>
            <a:xfrm>
              <a:off x="9451319" y="52388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708A75C0-18F2-0967-3F43-5495570CBBCA}"/>
                </a:ext>
              </a:extLst>
            </p:cNvPr>
            <p:cNvSpPr/>
            <p:nvPr/>
          </p:nvSpPr>
          <p:spPr>
            <a:xfrm>
              <a:off x="9504277" y="52200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3BE3559D-66BF-1063-0807-93D089F3B3E3}"/>
                </a:ext>
              </a:extLst>
            </p:cNvPr>
            <p:cNvSpPr/>
            <p:nvPr/>
          </p:nvSpPr>
          <p:spPr>
            <a:xfrm>
              <a:off x="9575144" y="52198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729CCBC4-60D0-D571-F2C1-C66C9537F4C3}"/>
                </a:ext>
              </a:extLst>
            </p:cNvPr>
            <p:cNvSpPr/>
            <p:nvPr/>
          </p:nvSpPr>
          <p:spPr>
            <a:xfrm>
              <a:off x="9720177" y="51438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77E3453A-97A6-B96C-F502-78B2AF1B3C97}"/>
                </a:ext>
              </a:extLst>
            </p:cNvPr>
            <p:cNvSpPr/>
            <p:nvPr/>
          </p:nvSpPr>
          <p:spPr>
            <a:xfrm>
              <a:off x="9508469" y="52642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DCAAF59C-00A5-E8EB-E2DC-E0937E64CF08}"/>
                </a:ext>
              </a:extLst>
            </p:cNvPr>
            <p:cNvSpPr/>
            <p:nvPr/>
          </p:nvSpPr>
          <p:spPr>
            <a:xfrm>
              <a:off x="9606215" y="5215796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C53FAB37-D40D-2DF1-13F2-22030A8E699B}"/>
                </a:ext>
              </a:extLst>
            </p:cNvPr>
            <p:cNvSpPr/>
            <p:nvPr/>
          </p:nvSpPr>
          <p:spPr>
            <a:xfrm>
              <a:off x="9517994" y="51721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CB864F61-0D9B-C357-96F6-1223584CB51F}"/>
                </a:ext>
              </a:extLst>
            </p:cNvPr>
            <p:cNvSpPr/>
            <p:nvPr/>
          </p:nvSpPr>
          <p:spPr>
            <a:xfrm>
              <a:off x="9591019" y="51531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CA2DB8ED-A2A8-64D3-28FD-F8B122BDE250}"/>
                </a:ext>
              </a:extLst>
            </p:cNvPr>
            <p:cNvSpPr/>
            <p:nvPr/>
          </p:nvSpPr>
          <p:spPr>
            <a:xfrm>
              <a:off x="9548727" y="51534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781422C4-775B-ED03-D0B9-A27747ADE1B5}"/>
                </a:ext>
              </a:extLst>
            </p:cNvPr>
            <p:cNvSpPr/>
            <p:nvPr/>
          </p:nvSpPr>
          <p:spPr>
            <a:xfrm>
              <a:off x="9552919" y="51975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19E506C-424E-C5B8-7C53-4812C5949755}"/>
                </a:ext>
              </a:extLst>
            </p:cNvPr>
            <p:cNvSpPr/>
            <p:nvPr/>
          </p:nvSpPr>
          <p:spPr>
            <a:xfrm>
              <a:off x="9483672" y="51851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34288A0A-8550-D4E6-91F4-387C6F137D15}"/>
                </a:ext>
              </a:extLst>
            </p:cNvPr>
            <p:cNvSpPr/>
            <p:nvPr/>
          </p:nvSpPr>
          <p:spPr>
            <a:xfrm>
              <a:off x="9666202" y="519786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9641BDE3-7A8A-76B1-24A6-EC1FE16D4198}"/>
                </a:ext>
              </a:extLst>
            </p:cNvPr>
            <p:cNvSpPr/>
            <p:nvPr/>
          </p:nvSpPr>
          <p:spPr>
            <a:xfrm>
              <a:off x="9631277" y="517563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6652662C-E7C1-9A0E-5A76-BF4ECC6CE7D2}"/>
                </a:ext>
              </a:extLst>
            </p:cNvPr>
            <p:cNvSpPr/>
            <p:nvPr/>
          </p:nvSpPr>
          <p:spPr>
            <a:xfrm>
              <a:off x="9670394" y="52420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4BED2779-16E5-19C2-314E-3F3C3A770E19}"/>
                </a:ext>
              </a:extLst>
            </p:cNvPr>
            <p:cNvSpPr/>
            <p:nvPr/>
          </p:nvSpPr>
          <p:spPr>
            <a:xfrm>
              <a:off x="9708494" y="52071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C147AE89-0BDB-5532-8326-1AFC5C8396E8}"/>
                </a:ext>
              </a:extLst>
            </p:cNvPr>
            <p:cNvSpPr/>
            <p:nvPr/>
          </p:nvSpPr>
          <p:spPr>
            <a:xfrm>
              <a:off x="9434077" y="5130913"/>
              <a:ext cx="277687" cy="914400"/>
            </a:xfrm>
            <a:prstGeom prst="arc">
              <a:avLst>
                <a:gd name="adj1" fmla="val 13045163"/>
                <a:gd name="adj2" fmla="val 14940207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061BF0C0-8446-E422-3F8A-052226331047}"/>
                </a:ext>
              </a:extLst>
            </p:cNvPr>
            <p:cNvSpPr/>
            <p:nvPr/>
          </p:nvSpPr>
          <p:spPr>
            <a:xfrm>
              <a:off x="9442063" y="5148389"/>
              <a:ext cx="922171" cy="1191237"/>
            </a:xfrm>
            <a:prstGeom prst="arc">
              <a:avLst>
                <a:gd name="adj1" fmla="val 12917934"/>
                <a:gd name="adj2" fmla="val 14596855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Arc 207">
              <a:extLst>
                <a:ext uri="{FF2B5EF4-FFF2-40B4-BE49-F238E27FC236}">
                  <a16:creationId xmlns:a16="http://schemas.microsoft.com/office/drawing/2014/main" id="{5D2E9676-82F2-CA29-B01C-B22276EAEAB6}"/>
                </a:ext>
              </a:extLst>
            </p:cNvPr>
            <p:cNvSpPr/>
            <p:nvPr/>
          </p:nvSpPr>
          <p:spPr>
            <a:xfrm>
              <a:off x="9430807" y="5090082"/>
              <a:ext cx="620692" cy="1411146"/>
            </a:xfrm>
            <a:prstGeom prst="arc">
              <a:avLst>
                <a:gd name="adj1" fmla="val 13352091"/>
                <a:gd name="adj2" fmla="val 13501965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Arc 208">
              <a:extLst>
                <a:ext uri="{FF2B5EF4-FFF2-40B4-BE49-F238E27FC236}">
                  <a16:creationId xmlns:a16="http://schemas.microsoft.com/office/drawing/2014/main" id="{0A6D6B01-C0AD-DCAB-5B17-DC922D526D91}"/>
                </a:ext>
              </a:extLst>
            </p:cNvPr>
            <p:cNvSpPr/>
            <p:nvPr/>
          </p:nvSpPr>
          <p:spPr>
            <a:xfrm>
              <a:off x="9441206" y="5151831"/>
              <a:ext cx="922171" cy="1191237"/>
            </a:xfrm>
            <a:prstGeom prst="arc">
              <a:avLst>
                <a:gd name="adj1" fmla="val 12391036"/>
                <a:gd name="adj2" fmla="val 12525416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7B299E51-3084-372C-0491-25DFFD61F722}"/>
                </a:ext>
              </a:extLst>
            </p:cNvPr>
            <p:cNvSpPr/>
            <p:nvPr/>
          </p:nvSpPr>
          <p:spPr>
            <a:xfrm>
              <a:off x="9441206" y="5151831"/>
              <a:ext cx="922171" cy="1191237"/>
            </a:xfrm>
            <a:prstGeom prst="arc">
              <a:avLst>
                <a:gd name="adj1" fmla="val 12576106"/>
                <a:gd name="adj2" fmla="val 12857701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Arc 210">
              <a:extLst>
                <a:ext uri="{FF2B5EF4-FFF2-40B4-BE49-F238E27FC236}">
                  <a16:creationId xmlns:a16="http://schemas.microsoft.com/office/drawing/2014/main" id="{C4021254-28AA-5BE3-CA29-9333B1A340F0}"/>
                </a:ext>
              </a:extLst>
            </p:cNvPr>
            <p:cNvSpPr/>
            <p:nvPr/>
          </p:nvSpPr>
          <p:spPr>
            <a:xfrm>
              <a:off x="9432657" y="5086735"/>
              <a:ext cx="620692" cy="1411146"/>
            </a:xfrm>
            <a:prstGeom prst="arc">
              <a:avLst>
                <a:gd name="adj1" fmla="val 13567197"/>
                <a:gd name="adj2" fmla="val 14635106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Arc 211">
              <a:extLst>
                <a:ext uri="{FF2B5EF4-FFF2-40B4-BE49-F238E27FC236}">
                  <a16:creationId xmlns:a16="http://schemas.microsoft.com/office/drawing/2014/main" id="{E66EFC4C-D1D2-8468-30E5-C693B5927984}"/>
                </a:ext>
              </a:extLst>
            </p:cNvPr>
            <p:cNvSpPr/>
            <p:nvPr/>
          </p:nvSpPr>
          <p:spPr>
            <a:xfrm>
              <a:off x="9432657" y="5083560"/>
              <a:ext cx="620692" cy="1411146"/>
            </a:xfrm>
            <a:prstGeom prst="arc">
              <a:avLst>
                <a:gd name="adj1" fmla="val 14679441"/>
                <a:gd name="adj2" fmla="val 14777388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0E026AB6-D108-4674-4CA3-FEAD6BB4D36C}"/>
                </a:ext>
              </a:extLst>
            </p:cNvPr>
            <p:cNvSpPr/>
            <p:nvPr/>
          </p:nvSpPr>
          <p:spPr>
            <a:xfrm>
              <a:off x="9433652" y="5130886"/>
              <a:ext cx="277687" cy="914400"/>
            </a:xfrm>
            <a:prstGeom prst="arc">
              <a:avLst>
                <a:gd name="adj1" fmla="val 12097014"/>
                <a:gd name="adj2" fmla="val 12811938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E6A04AAD-06D2-3B4F-2AF9-EC5824C8DAD9}"/>
                </a:ext>
              </a:extLst>
            </p:cNvPr>
            <p:cNvSpPr/>
            <p:nvPr/>
          </p:nvSpPr>
          <p:spPr>
            <a:xfrm>
              <a:off x="9694655" y="516352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CED27158-B088-9978-F063-6D75AF9DFAE8}"/>
                </a:ext>
              </a:extLst>
            </p:cNvPr>
            <p:cNvSpPr/>
            <p:nvPr/>
          </p:nvSpPr>
          <p:spPr>
            <a:xfrm>
              <a:off x="9545086" y="5237801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EEFC0AB1-E5F6-3A02-1E56-A019CECE8680}"/>
                </a:ext>
              </a:extLst>
            </p:cNvPr>
            <p:cNvSpPr/>
            <p:nvPr/>
          </p:nvSpPr>
          <p:spPr>
            <a:xfrm>
              <a:off x="9580137" y="5104259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49D1297F-5ADA-D646-2BF3-2A37C122F7EF}"/>
                </a:ext>
              </a:extLst>
            </p:cNvPr>
            <p:cNvSpPr/>
            <p:nvPr/>
          </p:nvSpPr>
          <p:spPr>
            <a:xfrm>
              <a:off x="9666080" y="512224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1" name="Group 300">
            <a:extLst>
              <a:ext uri="{FF2B5EF4-FFF2-40B4-BE49-F238E27FC236}">
                <a16:creationId xmlns:a16="http://schemas.microsoft.com/office/drawing/2014/main" id="{AF02F5A1-46E6-FFEC-3484-1861819F25EE}"/>
              </a:ext>
            </a:extLst>
          </p:cNvPr>
          <p:cNvGrpSpPr/>
          <p:nvPr/>
        </p:nvGrpSpPr>
        <p:grpSpPr>
          <a:xfrm>
            <a:off x="4335616" y="3164877"/>
            <a:ext cx="924448" cy="1411146"/>
            <a:chOff x="10047062" y="5105576"/>
            <a:chExt cx="924448" cy="1411146"/>
          </a:xfrm>
        </p:grpSpPr>
        <p:sp>
          <p:nvSpPr>
            <p:cNvPr id="278" name="Arc 277">
              <a:extLst>
                <a:ext uri="{FF2B5EF4-FFF2-40B4-BE49-F238E27FC236}">
                  <a16:creationId xmlns:a16="http://schemas.microsoft.com/office/drawing/2014/main" id="{888637D8-AF06-D27F-E674-C28C4148E7BD}"/>
                </a:ext>
              </a:extLst>
            </p:cNvPr>
            <p:cNvSpPr/>
            <p:nvPr/>
          </p:nvSpPr>
          <p:spPr>
            <a:xfrm>
              <a:off x="10092153" y="5146407"/>
              <a:ext cx="277687" cy="914400"/>
            </a:xfrm>
            <a:prstGeom prst="arc">
              <a:avLst>
                <a:gd name="adj1" fmla="val 11815840"/>
                <a:gd name="adj2" fmla="val 15010151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79" name="Arc 278">
              <a:extLst>
                <a:ext uri="{FF2B5EF4-FFF2-40B4-BE49-F238E27FC236}">
                  <a16:creationId xmlns:a16="http://schemas.microsoft.com/office/drawing/2014/main" id="{AE5080D5-F9DD-A37F-4378-763CED100EE2}"/>
                </a:ext>
              </a:extLst>
            </p:cNvPr>
            <p:cNvSpPr/>
            <p:nvPr/>
          </p:nvSpPr>
          <p:spPr>
            <a:xfrm>
              <a:off x="10079108" y="5217858"/>
              <a:ext cx="892402" cy="1191237"/>
            </a:xfrm>
            <a:prstGeom prst="arc">
              <a:avLst>
                <a:gd name="adj1" fmla="val 12706725"/>
                <a:gd name="adj2" fmla="val 14679440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0" name="Arc 279">
              <a:extLst>
                <a:ext uri="{FF2B5EF4-FFF2-40B4-BE49-F238E27FC236}">
                  <a16:creationId xmlns:a16="http://schemas.microsoft.com/office/drawing/2014/main" id="{F5203282-5021-09C5-4F04-0247FA92A0A9}"/>
                </a:ext>
              </a:extLst>
            </p:cNvPr>
            <p:cNvSpPr/>
            <p:nvPr/>
          </p:nvSpPr>
          <p:spPr>
            <a:xfrm>
              <a:off x="10088883" y="5105576"/>
              <a:ext cx="620692" cy="1411146"/>
            </a:xfrm>
            <a:prstGeom prst="arc">
              <a:avLst>
                <a:gd name="adj1" fmla="val 13352091"/>
                <a:gd name="adj2" fmla="val 14817206"/>
              </a:avLst>
            </a:prstGeom>
            <a:ln w="3175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1" name="Oval 280">
              <a:extLst>
                <a:ext uri="{FF2B5EF4-FFF2-40B4-BE49-F238E27FC236}">
                  <a16:creationId xmlns:a16="http://schemas.microsoft.com/office/drawing/2014/main" id="{58EA56A5-F73E-F257-9EEF-7A7E3A22DFEF}"/>
                </a:ext>
              </a:extLst>
            </p:cNvPr>
            <p:cNvSpPr/>
            <p:nvPr/>
          </p:nvSpPr>
          <p:spPr>
            <a:xfrm>
              <a:off x="10053385" y="5567298"/>
              <a:ext cx="82296" cy="64008"/>
            </a:xfrm>
            <a:prstGeom prst="ellipse">
              <a:avLst/>
            </a:prstGeom>
            <a:solidFill>
              <a:srgbClr val="D27D4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2" name="Oval 281">
              <a:extLst>
                <a:ext uri="{FF2B5EF4-FFF2-40B4-BE49-F238E27FC236}">
                  <a16:creationId xmlns:a16="http://schemas.microsoft.com/office/drawing/2014/main" id="{FD282042-FF2C-A727-C9FA-C8986D31DB51}"/>
                </a:ext>
              </a:extLst>
            </p:cNvPr>
            <p:cNvSpPr/>
            <p:nvPr/>
          </p:nvSpPr>
          <p:spPr>
            <a:xfrm>
              <a:off x="10099219" y="5234381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A76B08F0-244E-D7D3-F130-4770A40A4F34}"/>
                </a:ext>
              </a:extLst>
            </p:cNvPr>
            <p:cNvSpPr/>
            <p:nvPr/>
          </p:nvSpPr>
          <p:spPr>
            <a:xfrm>
              <a:off x="10161702" y="522195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4" name="Oval 283">
              <a:extLst>
                <a:ext uri="{FF2B5EF4-FFF2-40B4-BE49-F238E27FC236}">
                  <a16:creationId xmlns:a16="http://schemas.microsoft.com/office/drawing/2014/main" id="{08D79FE2-656A-6CF6-821B-C1EDF6CD8926}"/>
                </a:ext>
              </a:extLst>
            </p:cNvPr>
            <p:cNvSpPr/>
            <p:nvPr/>
          </p:nvSpPr>
          <p:spPr>
            <a:xfrm>
              <a:off x="10232569" y="522168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5" name="Oval 284">
              <a:extLst>
                <a:ext uri="{FF2B5EF4-FFF2-40B4-BE49-F238E27FC236}">
                  <a16:creationId xmlns:a16="http://schemas.microsoft.com/office/drawing/2014/main" id="{96BCA270-B8B5-E5D3-36F0-D98BEDFA6A6C}"/>
                </a:ext>
              </a:extLst>
            </p:cNvPr>
            <p:cNvSpPr/>
            <p:nvPr/>
          </p:nvSpPr>
          <p:spPr>
            <a:xfrm>
              <a:off x="10079152" y="5275928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84C22D49-DB75-EB0B-E1EE-BAFC357E261C}"/>
                </a:ext>
              </a:extLst>
            </p:cNvPr>
            <p:cNvSpPr/>
            <p:nvPr/>
          </p:nvSpPr>
          <p:spPr>
            <a:xfrm>
              <a:off x="10165894" y="52661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49EFE88A-B9B6-7D15-9AA9-00D3DE53CB19}"/>
                </a:ext>
              </a:extLst>
            </p:cNvPr>
            <p:cNvSpPr/>
            <p:nvPr/>
          </p:nvSpPr>
          <p:spPr>
            <a:xfrm>
              <a:off x="10267494" y="5243906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8" name="Oval 287">
              <a:extLst>
                <a:ext uri="{FF2B5EF4-FFF2-40B4-BE49-F238E27FC236}">
                  <a16:creationId xmlns:a16="http://schemas.microsoft.com/office/drawing/2014/main" id="{0FE08218-9884-8DA7-7D88-6E240D7147FC}"/>
                </a:ext>
              </a:extLst>
            </p:cNvPr>
            <p:cNvSpPr/>
            <p:nvPr/>
          </p:nvSpPr>
          <p:spPr>
            <a:xfrm>
              <a:off x="10175419" y="517405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9" name="Oval 288">
              <a:extLst>
                <a:ext uri="{FF2B5EF4-FFF2-40B4-BE49-F238E27FC236}">
                  <a16:creationId xmlns:a16="http://schemas.microsoft.com/office/drawing/2014/main" id="{AB62AA74-7D77-0358-F7D8-A51F75373DBE}"/>
                </a:ext>
              </a:extLst>
            </p:cNvPr>
            <p:cNvSpPr/>
            <p:nvPr/>
          </p:nvSpPr>
          <p:spPr>
            <a:xfrm>
              <a:off x="10248444" y="515500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0" name="Oval 289">
              <a:extLst>
                <a:ext uri="{FF2B5EF4-FFF2-40B4-BE49-F238E27FC236}">
                  <a16:creationId xmlns:a16="http://schemas.microsoft.com/office/drawing/2014/main" id="{B4EAD029-267B-D26A-9329-61C9BE57D0F9}"/>
                </a:ext>
              </a:extLst>
            </p:cNvPr>
            <p:cNvSpPr/>
            <p:nvPr/>
          </p:nvSpPr>
          <p:spPr>
            <a:xfrm>
              <a:off x="10206152" y="5155278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1" name="Oval 290">
              <a:extLst>
                <a:ext uri="{FF2B5EF4-FFF2-40B4-BE49-F238E27FC236}">
                  <a16:creationId xmlns:a16="http://schemas.microsoft.com/office/drawing/2014/main" id="{9A63AC61-54F7-7313-22BC-5DD875593760}"/>
                </a:ext>
              </a:extLst>
            </p:cNvPr>
            <p:cNvSpPr/>
            <p:nvPr/>
          </p:nvSpPr>
          <p:spPr>
            <a:xfrm>
              <a:off x="10210344" y="519945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0C424798-9AA1-B8EE-7DBC-6C02F465EA01}"/>
                </a:ext>
              </a:extLst>
            </p:cNvPr>
            <p:cNvSpPr/>
            <p:nvPr/>
          </p:nvSpPr>
          <p:spPr>
            <a:xfrm>
              <a:off x="10141097" y="5187031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3" name="Oval 292">
              <a:extLst>
                <a:ext uri="{FF2B5EF4-FFF2-40B4-BE49-F238E27FC236}">
                  <a16:creationId xmlns:a16="http://schemas.microsoft.com/office/drawing/2014/main" id="{5E7CDA4B-416C-9BC2-AECB-261331E144B8}"/>
                </a:ext>
              </a:extLst>
            </p:cNvPr>
            <p:cNvSpPr/>
            <p:nvPr/>
          </p:nvSpPr>
          <p:spPr>
            <a:xfrm>
              <a:off x="10355377" y="521560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4" name="Oval 293">
              <a:extLst>
                <a:ext uri="{FF2B5EF4-FFF2-40B4-BE49-F238E27FC236}">
                  <a16:creationId xmlns:a16="http://schemas.microsoft.com/office/drawing/2014/main" id="{C23A4803-57F2-4393-6416-FE8311057C86}"/>
                </a:ext>
              </a:extLst>
            </p:cNvPr>
            <p:cNvSpPr/>
            <p:nvPr/>
          </p:nvSpPr>
          <p:spPr>
            <a:xfrm>
              <a:off x="10288702" y="517750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5" name="Oval 294">
              <a:extLst>
                <a:ext uri="{FF2B5EF4-FFF2-40B4-BE49-F238E27FC236}">
                  <a16:creationId xmlns:a16="http://schemas.microsoft.com/office/drawing/2014/main" id="{8F392BA4-8AE7-8065-FE05-D232DF5BD1BF}"/>
                </a:ext>
              </a:extLst>
            </p:cNvPr>
            <p:cNvSpPr/>
            <p:nvPr/>
          </p:nvSpPr>
          <p:spPr>
            <a:xfrm>
              <a:off x="10359569" y="525978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6" name="Oval 295">
              <a:extLst>
                <a:ext uri="{FF2B5EF4-FFF2-40B4-BE49-F238E27FC236}">
                  <a16:creationId xmlns:a16="http://schemas.microsoft.com/office/drawing/2014/main" id="{D4463B11-805A-034B-4CBC-F37854E1E903}"/>
                </a:ext>
              </a:extLst>
            </p:cNvPr>
            <p:cNvSpPr/>
            <p:nvPr/>
          </p:nvSpPr>
          <p:spPr>
            <a:xfrm>
              <a:off x="10092869" y="5199456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7" name="Oval 296">
              <a:extLst>
                <a:ext uri="{FF2B5EF4-FFF2-40B4-BE49-F238E27FC236}">
                  <a16:creationId xmlns:a16="http://schemas.microsoft.com/office/drawing/2014/main" id="{76ABBA0D-2CE4-4907-6B6C-91B6D2219442}"/>
                </a:ext>
              </a:extLst>
            </p:cNvPr>
            <p:cNvSpPr/>
            <p:nvPr/>
          </p:nvSpPr>
          <p:spPr>
            <a:xfrm>
              <a:off x="10352080" y="5165390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8" name="Oval 297">
              <a:extLst>
                <a:ext uri="{FF2B5EF4-FFF2-40B4-BE49-F238E27FC236}">
                  <a16:creationId xmlns:a16="http://schemas.microsoft.com/office/drawing/2014/main" id="{4763F7E2-112C-ABFE-58BC-5C2A1B4C0832}"/>
                </a:ext>
              </a:extLst>
            </p:cNvPr>
            <p:cNvSpPr/>
            <p:nvPr/>
          </p:nvSpPr>
          <p:spPr>
            <a:xfrm>
              <a:off x="10104086" y="5176169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99" name="Oval 298">
              <a:extLst>
                <a:ext uri="{FF2B5EF4-FFF2-40B4-BE49-F238E27FC236}">
                  <a16:creationId xmlns:a16="http://schemas.microsoft.com/office/drawing/2014/main" id="{033B90D6-8EAF-D441-58D8-E8A8CFD3CA58}"/>
                </a:ext>
              </a:extLst>
            </p:cNvPr>
            <p:cNvSpPr/>
            <p:nvPr/>
          </p:nvSpPr>
          <p:spPr>
            <a:xfrm>
              <a:off x="10047062" y="523947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00" name="Oval 299">
              <a:extLst>
                <a:ext uri="{FF2B5EF4-FFF2-40B4-BE49-F238E27FC236}">
                  <a16:creationId xmlns:a16="http://schemas.microsoft.com/office/drawing/2014/main" id="{2AE5663A-0370-6B6E-98B3-7EF8C11DA3C9}"/>
                </a:ext>
              </a:extLst>
            </p:cNvPr>
            <p:cNvSpPr/>
            <p:nvPr/>
          </p:nvSpPr>
          <p:spPr>
            <a:xfrm>
              <a:off x="10412405" y="519714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2176704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D0EDAA-7E1D-C712-88B7-2A254F99C7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3104028-429D-AE74-AD57-4404E1E0B959}"/>
              </a:ext>
            </a:extLst>
          </p:cNvPr>
          <p:cNvSpPr/>
          <p:nvPr/>
        </p:nvSpPr>
        <p:spPr>
          <a:xfrm>
            <a:off x="6839077" y="2028585"/>
            <a:ext cx="1680809" cy="3492539"/>
          </a:xfrm>
          <a:prstGeom prst="rect">
            <a:avLst/>
          </a:prstGeom>
          <a:gradFill>
            <a:gsLst>
              <a:gs pos="0">
                <a:schemeClr val="bg1"/>
              </a:gs>
              <a:gs pos="11000">
                <a:schemeClr val="bg1"/>
              </a:gs>
              <a:gs pos="83000">
                <a:srgbClr val="EBB675"/>
              </a:gs>
              <a:gs pos="100000">
                <a:srgbClr val="E28644"/>
              </a:gs>
            </a:gsLst>
            <a:lin ang="5400000" scaled="1"/>
          </a:gradFill>
          <a:ln w="63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A92449A-A740-4115-5F55-CA963E296AD5}"/>
              </a:ext>
            </a:extLst>
          </p:cNvPr>
          <p:cNvCxnSpPr>
            <a:cxnSpLocks/>
          </p:cNvCxnSpPr>
          <p:nvPr/>
        </p:nvCxnSpPr>
        <p:spPr>
          <a:xfrm>
            <a:off x="6839077" y="2830010"/>
            <a:ext cx="1680809" cy="0"/>
          </a:xfrm>
          <a:prstGeom prst="line">
            <a:avLst/>
          </a:prstGeom>
          <a:ln w="6350"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0AAAD2E-A4DE-288C-BE07-5C8B937DD8D1}"/>
              </a:ext>
            </a:extLst>
          </p:cNvPr>
          <p:cNvCxnSpPr>
            <a:cxnSpLocks/>
          </p:cNvCxnSpPr>
          <p:nvPr/>
        </p:nvCxnSpPr>
        <p:spPr>
          <a:xfrm>
            <a:off x="6839077" y="5082672"/>
            <a:ext cx="1680809" cy="0"/>
          </a:xfrm>
          <a:prstGeom prst="line">
            <a:avLst/>
          </a:prstGeom>
          <a:ln w="6350">
            <a:solidFill>
              <a:schemeClr val="tx1"/>
            </a:solidFill>
            <a:prstDash val="dash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Left Brace 9">
            <a:extLst>
              <a:ext uri="{FF2B5EF4-FFF2-40B4-BE49-F238E27FC236}">
                <a16:creationId xmlns:a16="http://schemas.microsoft.com/office/drawing/2014/main" id="{D37EDD64-3E03-DF74-0368-3B4A9528A39C}"/>
              </a:ext>
            </a:extLst>
          </p:cNvPr>
          <p:cNvSpPr/>
          <p:nvPr/>
        </p:nvSpPr>
        <p:spPr>
          <a:xfrm>
            <a:off x="6607969" y="2830008"/>
            <a:ext cx="186399" cy="2252663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Left Brace 10">
            <a:extLst>
              <a:ext uri="{FF2B5EF4-FFF2-40B4-BE49-F238E27FC236}">
                <a16:creationId xmlns:a16="http://schemas.microsoft.com/office/drawing/2014/main" id="{E67C9A33-A1C5-5231-6DB8-C1B462E56FA3}"/>
              </a:ext>
            </a:extLst>
          </p:cNvPr>
          <p:cNvSpPr/>
          <p:nvPr/>
        </p:nvSpPr>
        <p:spPr>
          <a:xfrm>
            <a:off x="6607969" y="5082672"/>
            <a:ext cx="187061" cy="434054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0011CA-8F62-2ED1-7489-01885D586934}"/>
                  </a:ext>
                </a:extLst>
              </p:cNvPr>
              <p:cNvSpPr txBox="1"/>
              <p:nvPr/>
            </p:nvSpPr>
            <p:spPr>
              <a:xfrm>
                <a:off x="6884735" y="5349237"/>
                <a:ext cx="362920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=0</m:t>
                      </m:r>
                    </m:oMath>
                  </m:oMathPara>
                </a14:m>
                <a:endParaRPr lang="en-US" sz="1100" i="1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C90011CA-8F62-2ED1-7489-01885D5869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4735" y="5349237"/>
                <a:ext cx="362920" cy="169277"/>
              </a:xfrm>
              <a:prstGeom prst="rect">
                <a:avLst/>
              </a:prstGeom>
              <a:blipFill>
                <a:blip r:embed="rId2"/>
                <a:stretch>
                  <a:fillRect l="-3333" r="-10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617A10-C7F2-81A5-B02C-B9948EA28E41}"/>
                  </a:ext>
                </a:extLst>
              </p:cNvPr>
              <p:cNvSpPr txBox="1"/>
              <p:nvPr/>
            </p:nvSpPr>
            <p:spPr>
              <a:xfrm>
                <a:off x="6885773" y="2645403"/>
                <a:ext cx="413447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</m:oMath>
                  </m:oMathPara>
                </a14:m>
                <a:endParaRPr lang="en-US" sz="1100" i="1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F0617A10-C7F2-81A5-B02C-B9948EA28E4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5773" y="2645403"/>
                <a:ext cx="413447" cy="169277"/>
              </a:xfrm>
              <a:prstGeom prst="rect">
                <a:avLst/>
              </a:prstGeom>
              <a:blipFill>
                <a:blip r:embed="rId3"/>
                <a:stretch>
                  <a:fillRect l="-6061" r="-3030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10D274-7345-0130-661C-6051EC3F6A83}"/>
                  </a:ext>
                </a:extLst>
              </p:cNvPr>
              <p:cNvSpPr txBox="1"/>
              <p:nvPr/>
            </p:nvSpPr>
            <p:spPr>
              <a:xfrm>
                <a:off x="6420261" y="3809252"/>
                <a:ext cx="159979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1210D274-7345-0130-661C-6051EC3F6A8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0261" y="3809252"/>
                <a:ext cx="159979" cy="184666"/>
              </a:xfrm>
              <a:prstGeom prst="rect">
                <a:avLst/>
              </a:prstGeom>
              <a:blipFill>
                <a:blip r:embed="rId4"/>
                <a:stretch>
                  <a:fillRect l="-15385" r="-7692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F96703-D661-AF19-98C5-D986AE31D095}"/>
                  </a:ext>
                </a:extLst>
              </p:cNvPr>
              <p:cNvSpPr txBox="1"/>
              <p:nvPr/>
            </p:nvSpPr>
            <p:spPr>
              <a:xfrm>
                <a:off x="6417086" y="5155006"/>
                <a:ext cx="165622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𝑏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91F96703-D661-AF19-98C5-D986AE31D0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7086" y="5155006"/>
                <a:ext cx="165622" cy="184666"/>
              </a:xfrm>
              <a:prstGeom prst="rect">
                <a:avLst/>
              </a:prstGeom>
              <a:blipFill>
                <a:blip r:embed="rId5"/>
                <a:stretch>
                  <a:fillRect l="-14286" r="-7143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Down Arrow 17">
            <a:extLst>
              <a:ext uri="{FF2B5EF4-FFF2-40B4-BE49-F238E27FC236}">
                <a16:creationId xmlns:a16="http://schemas.microsoft.com/office/drawing/2014/main" id="{C765498D-97F5-DE31-17E2-F2C7DBE0C62D}"/>
              </a:ext>
            </a:extLst>
          </p:cNvPr>
          <p:cNvSpPr/>
          <p:nvPr/>
        </p:nvSpPr>
        <p:spPr>
          <a:xfrm>
            <a:off x="7416128" y="2830010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own Arrow 18">
            <a:extLst>
              <a:ext uri="{FF2B5EF4-FFF2-40B4-BE49-F238E27FC236}">
                <a16:creationId xmlns:a16="http://schemas.microsoft.com/office/drawing/2014/main" id="{4FFADB21-7EAE-AC80-F0A1-FAB36E6CEE94}"/>
              </a:ext>
            </a:extLst>
          </p:cNvPr>
          <p:cNvSpPr/>
          <p:nvPr/>
        </p:nvSpPr>
        <p:spPr>
          <a:xfrm rot="10800000">
            <a:off x="7416128" y="2495142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A0C9E-59E7-A51E-9A29-472D1F96A002}"/>
                  </a:ext>
                </a:extLst>
              </p:cNvPr>
              <p:cNvSpPr txBox="1"/>
              <p:nvPr/>
            </p:nvSpPr>
            <p:spPr>
              <a:xfrm>
                <a:off x="7542984" y="2406362"/>
                <a:ext cx="262892" cy="18043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𝐹</m:t>
                      </m:r>
                      <m:r>
                        <m:rPr>
                          <m:sty m:val="p"/>
                        </m:rPr>
                        <a:rPr lang="en-US" sz="1200" b="0" i="0" baseline="-25000" smtClean="0">
                          <a:latin typeface="Cambria Math" panose="02040503050406030204" pitchFamily="18" charset="0"/>
                        </a:rPr>
                        <m:t>diff</m:t>
                      </m:r>
                    </m:oMath>
                  </m:oMathPara>
                </a14:m>
                <a:endParaRPr lang="en-US" sz="1200" baseline="-25000" dirty="0"/>
              </a:p>
            </p:txBody>
          </p:sp>
        </mc:Choice>
        <mc:Fallback xmlns=""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851A0C9E-59E7-A51E-9A29-472D1F96A0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2984" y="2406362"/>
                <a:ext cx="262892" cy="180434"/>
              </a:xfrm>
              <a:prstGeom prst="rect">
                <a:avLst/>
              </a:prstGeom>
              <a:blipFill>
                <a:blip r:embed="rId6"/>
                <a:stretch>
                  <a:fillRect l="-13636" r="-9091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8B95C3-C179-8A6D-2C05-44517D354866}"/>
                  </a:ext>
                </a:extLst>
              </p:cNvPr>
              <p:cNvSpPr txBox="1"/>
              <p:nvPr/>
            </p:nvSpPr>
            <p:spPr>
              <a:xfrm>
                <a:off x="7549004" y="3054181"/>
                <a:ext cx="159787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488B95C3-C179-8A6D-2C05-44517D35486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9004" y="3054181"/>
                <a:ext cx="159787" cy="184666"/>
              </a:xfrm>
              <a:prstGeom prst="rect">
                <a:avLst/>
              </a:prstGeom>
              <a:blipFill>
                <a:blip r:embed="rId7"/>
                <a:stretch>
                  <a:fillRect l="-21429" b="-1333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Down Arrow 22">
            <a:extLst>
              <a:ext uri="{FF2B5EF4-FFF2-40B4-BE49-F238E27FC236}">
                <a16:creationId xmlns:a16="http://schemas.microsoft.com/office/drawing/2014/main" id="{F4E0F3BD-13C2-347A-8F46-4E2B661E0464}"/>
              </a:ext>
            </a:extLst>
          </p:cNvPr>
          <p:cNvSpPr/>
          <p:nvPr/>
        </p:nvSpPr>
        <p:spPr>
          <a:xfrm>
            <a:off x="7419429" y="5525353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Down Arrow 23">
            <a:extLst>
              <a:ext uri="{FF2B5EF4-FFF2-40B4-BE49-F238E27FC236}">
                <a16:creationId xmlns:a16="http://schemas.microsoft.com/office/drawing/2014/main" id="{EF6066CC-BFAE-E259-10DC-9AAD5D1650B0}"/>
              </a:ext>
            </a:extLst>
          </p:cNvPr>
          <p:cNvSpPr/>
          <p:nvPr/>
        </p:nvSpPr>
        <p:spPr>
          <a:xfrm rot="10800000">
            <a:off x="7419429" y="5190485"/>
            <a:ext cx="126856" cy="334867"/>
          </a:xfrm>
          <a:prstGeom prst="downArrow">
            <a:avLst>
              <a:gd name="adj1" fmla="val 50000"/>
              <a:gd name="adj2" fmla="val 119119"/>
            </a:avLst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A39DD1-711B-D22F-298D-91955D914388}"/>
                  </a:ext>
                </a:extLst>
              </p:cNvPr>
              <p:cNvSpPr txBox="1"/>
              <p:nvPr/>
            </p:nvSpPr>
            <p:spPr>
              <a:xfrm>
                <a:off x="7546285" y="5101705"/>
                <a:ext cx="192745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𝐸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5DA39DD1-711B-D22F-298D-91955D914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46285" y="5101705"/>
                <a:ext cx="192745" cy="184666"/>
              </a:xfrm>
              <a:prstGeom prst="rect">
                <a:avLst/>
              </a:prstGeom>
              <a:blipFill>
                <a:blip r:embed="rId8"/>
                <a:stretch>
                  <a:fillRect l="-18750" r="-625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D6E82A-8449-0FBE-6102-1BA65A91A5CD}"/>
                  </a:ext>
                </a:extLst>
              </p:cNvPr>
              <p:cNvSpPr txBox="1"/>
              <p:nvPr/>
            </p:nvSpPr>
            <p:spPr>
              <a:xfrm>
                <a:off x="7552305" y="5749524"/>
                <a:ext cx="191976" cy="1846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2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</m:e>
                        <m:sub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</m:oMath>
                  </m:oMathPara>
                </a14:m>
                <a:endParaRPr lang="en-US" sz="1200" i="1" dirty="0"/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43D6E82A-8449-0FBE-6102-1BA65A91A5C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552305" y="5749524"/>
                <a:ext cx="191976" cy="184666"/>
              </a:xfrm>
              <a:prstGeom prst="rect">
                <a:avLst/>
              </a:prstGeom>
              <a:blipFill>
                <a:blip r:embed="rId9"/>
                <a:stretch>
                  <a:fillRect l="-18750" r="-12500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37A740-7C1F-4DCE-F61A-CF8075AC0F0C}"/>
                  </a:ext>
                </a:extLst>
              </p:cNvPr>
              <p:cNvSpPr txBox="1"/>
              <p:nvPr/>
            </p:nvSpPr>
            <p:spPr>
              <a:xfrm>
                <a:off x="8783219" y="3593751"/>
                <a:ext cx="472502" cy="32137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110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𝜙</m:t>
                          </m:r>
                        </m:num>
                        <m:den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sz="11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</a:rPr>
                        <m:t>0</m:t>
                      </m:r>
                    </m:oMath>
                  </m:oMathPara>
                </a14:m>
                <a:endParaRPr lang="en-US" sz="1100" i="1" dirty="0"/>
              </a:p>
            </p:txBody>
          </p:sp>
        </mc:Choice>
        <mc:Fallback xmlns="">
          <p:sp>
            <p:nvSpPr>
              <p:cNvPr id="28" name="TextBox 27">
                <a:extLst>
                  <a:ext uri="{FF2B5EF4-FFF2-40B4-BE49-F238E27FC236}">
                    <a16:creationId xmlns:a16="http://schemas.microsoft.com/office/drawing/2014/main" id="{0E37A740-7C1F-4DCE-F61A-CF8075AC0F0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83219" y="3593751"/>
                <a:ext cx="472502" cy="321370"/>
              </a:xfrm>
              <a:prstGeom prst="rect">
                <a:avLst/>
              </a:prstGeom>
              <a:blipFill>
                <a:blip r:embed="rId10"/>
                <a:stretch>
                  <a:fillRect l="-5263" t="-3846" r="-7895" b="-1538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Left Brace 28">
            <a:extLst>
              <a:ext uri="{FF2B5EF4-FFF2-40B4-BE49-F238E27FC236}">
                <a16:creationId xmlns:a16="http://schemas.microsoft.com/office/drawing/2014/main" id="{B85493BE-AC86-B549-5E59-46D532C4456A}"/>
              </a:ext>
            </a:extLst>
          </p:cNvPr>
          <p:cNvSpPr/>
          <p:nvPr/>
        </p:nvSpPr>
        <p:spPr>
          <a:xfrm rot="10800000">
            <a:off x="8561140" y="2028583"/>
            <a:ext cx="186401" cy="3496765"/>
          </a:xfrm>
          <a:prstGeom prst="leftBrace">
            <a:avLst>
              <a:gd name="adj1" fmla="val 111252"/>
              <a:gd name="adj2" fmla="val 50155"/>
            </a:avLst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Arc 37">
            <a:extLst>
              <a:ext uri="{FF2B5EF4-FFF2-40B4-BE49-F238E27FC236}">
                <a16:creationId xmlns:a16="http://schemas.microsoft.com/office/drawing/2014/main" id="{E8298C9B-7F67-F2CC-8B9E-349C1526A866}"/>
              </a:ext>
            </a:extLst>
          </p:cNvPr>
          <p:cNvSpPr/>
          <p:nvPr/>
        </p:nvSpPr>
        <p:spPr>
          <a:xfrm>
            <a:off x="7654372" y="5362579"/>
            <a:ext cx="513050" cy="469896"/>
          </a:xfrm>
          <a:prstGeom prst="arc">
            <a:avLst>
              <a:gd name="adj1" fmla="val 12361934"/>
              <a:gd name="adj2" fmla="val 19020361"/>
            </a:avLst>
          </a:prstGeom>
          <a:ln w="317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4CC9A296-CC4B-1B55-5ADB-9F188DD19539}"/>
              </a:ext>
            </a:extLst>
          </p:cNvPr>
          <p:cNvGrpSpPr/>
          <p:nvPr/>
        </p:nvGrpSpPr>
        <p:grpSpPr>
          <a:xfrm>
            <a:off x="8134240" y="4393591"/>
            <a:ext cx="233387" cy="492619"/>
            <a:chOff x="8192296" y="4422619"/>
            <a:chExt cx="233387" cy="492619"/>
          </a:xfrm>
        </p:grpSpPr>
        <p:sp>
          <p:nvSpPr>
            <p:cNvPr id="33" name="Arc 32">
              <a:extLst>
                <a:ext uri="{FF2B5EF4-FFF2-40B4-BE49-F238E27FC236}">
                  <a16:creationId xmlns:a16="http://schemas.microsoft.com/office/drawing/2014/main" id="{6197EDB5-8A98-4B1A-7F19-4DD7820F3690}"/>
                </a:ext>
              </a:extLst>
            </p:cNvPr>
            <p:cNvSpPr/>
            <p:nvPr/>
          </p:nvSpPr>
          <p:spPr>
            <a:xfrm>
              <a:off x="8192296" y="4422619"/>
              <a:ext cx="192745" cy="492619"/>
            </a:xfrm>
            <a:prstGeom prst="arc">
              <a:avLst>
                <a:gd name="adj1" fmla="val 3393486"/>
                <a:gd name="adj2" fmla="val 17501191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8" name="Oval 87">
              <a:extLst>
                <a:ext uri="{FF2B5EF4-FFF2-40B4-BE49-F238E27FC236}">
                  <a16:creationId xmlns:a16="http://schemas.microsoft.com/office/drawing/2014/main" id="{1E618392-B50A-B711-455A-F108B78FA20D}"/>
                </a:ext>
              </a:extLst>
            </p:cNvPr>
            <p:cNvSpPr/>
            <p:nvPr/>
          </p:nvSpPr>
          <p:spPr>
            <a:xfrm>
              <a:off x="8354182" y="46070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9" name="Oval 88">
              <a:extLst>
                <a:ext uri="{FF2B5EF4-FFF2-40B4-BE49-F238E27FC236}">
                  <a16:creationId xmlns:a16="http://schemas.microsoft.com/office/drawing/2014/main" id="{9192B1CF-EE01-7C9D-D9BE-8BD207743DF7}"/>
                </a:ext>
              </a:extLst>
            </p:cNvPr>
            <p:cNvSpPr/>
            <p:nvPr/>
          </p:nvSpPr>
          <p:spPr>
            <a:xfrm>
              <a:off x="8389107" y="46292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0" name="Oval 89">
              <a:extLst>
                <a:ext uri="{FF2B5EF4-FFF2-40B4-BE49-F238E27FC236}">
                  <a16:creationId xmlns:a16="http://schemas.microsoft.com/office/drawing/2014/main" id="{E8CAF5C7-EF60-C6F1-83F9-F48996B583EF}"/>
                </a:ext>
              </a:extLst>
            </p:cNvPr>
            <p:cNvSpPr/>
            <p:nvPr/>
          </p:nvSpPr>
          <p:spPr>
            <a:xfrm>
              <a:off x="8370057" y="45403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1" name="Oval 90">
              <a:extLst>
                <a:ext uri="{FF2B5EF4-FFF2-40B4-BE49-F238E27FC236}">
                  <a16:creationId xmlns:a16="http://schemas.microsoft.com/office/drawing/2014/main" id="{0DC67909-91F3-968D-443B-86EAFE26A0D6}"/>
                </a:ext>
              </a:extLst>
            </p:cNvPr>
            <p:cNvSpPr/>
            <p:nvPr/>
          </p:nvSpPr>
          <p:spPr>
            <a:xfrm>
              <a:off x="8327765" y="454063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2" name="Oval 91">
              <a:extLst>
                <a:ext uri="{FF2B5EF4-FFF2-40B4-BE49-F238E27FC236}">
                  <a16:creationId xmlns:a16="http://schemas.microsoft.com/office/drawing/2014/main" id="{69A6BC02-22D6-344A-DE03-D57EA92FBCAB}"/>
                </a:ext>
              </a:extLst>
            </p:cNvPr>
            <p:cNvSpPr/>
            <p:nvPr/>
          </p:nvSpPr>
          <p:spPr>
            <a:xfrm>
              <a:off x="8331957" y="45848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6" name="Group 305">
            <a:extLst>
              <a:ext uri="{FF2B5EF4-FFF2-40B4-BE49-F238E27FC236}">
                <a16:creationId xmlns:a16="http://schemas.microsoft.com/office/drawing/2014/main" id="{AD337DDB-3B3E-7C05-3671-DD0080ED4821}"/>
              </a:ext>
            </a:extLst>
          </p:cNvPr>
          <p:cNvGrpSpPr/>
          <p:nvPr/>
        </p:nvGrpSpPr>
        <p:grpSpPr>
          <a:xfrm>
            <a:off x="7950849" y="2137824"/>
            <a:ext cx="514145" cy="1562306"/>
            <a:chOff x="8045190" y="2137824"/>
            <a:chExt cx="514145" cy="1562306"/>
          </a:xfrm>
        </p:grpSpPr>
        <p:sp>
          <p:nvSpPr>
            <p:cNvPr id="32" name="Arc 31">
              <a:extLst>
                <a:ext uri="{FF2B5EF4-FFF2-40B4-BE49-F238E27FC236}">
                  <a16:creationId xmlns:a16="http://schemas.microsoft.com/office/drawing/2014/main" id="{D2934E75-C7A0-35CF-59F3-C08F0BD6AF69}"/>
                </a:ext>
              </a:extLst>
            </p:cNvPr>
            <p:cNvSpPr/>
            <p:nvPr/>
          </p:nvSpPr>
          <p:spPr>
            <a:xfrm>
              <a:off x="8054723" y="2137824"/>
              <a:ext cx="504612" cy="1562306"/>
            </a:xfrm>
            <a:prstGeom prst="arc">
              <a:avLst>
                <a:gd name="adj1" fmla="val 16200000"/>
                <a:gd name="adj2" fmla="val 14382097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3" name="Oval 92">
              <a:extLst>
                <a:ext uri="{FF2B5EF4-FFF2-40B4-BE49-F238E27FC236}">
                  <a16:creationId xmlns:a16="http://schemas.microsoft.com/office/drawing/2014/main" id="{0FF53C13-FB44-AE0C-C69F-2460EF984727}"/>
                </a:ext>
              </a:extLst>
            </p:cNvPr>
            <p:cNvSpPr/>
            <p:nvPr/>
          </p:nvSpPr>
          <p:spPr>
            <a:xfrm>
              <a:off x="8045190" y="24768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4" name="Oval 93">
              <a:extLst>
                <a:ext uri="{FF2B5EF4-FFF2-40B4-BE49-F238E27FC236}">
                  <a16:creationId xmlns:a16="http://schemas.microsoft.com/office/drawing/2014/main" id="{46B543FF-5EE4-09A4-68D3-393D08B26C16}"/>
                </a:ext>
              </a:extLst>
            </p:cNvPr>
            <p:cNvSpPr/>
            <p:nvPr/>
          </p:nvSpPr>
          <p:spPr>
            <a:xfrm>
              <a:off x="8116057" y="24766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5" name="Oval 94">
              <a:extLst>
                <a:ext uri="{FF2B5EF4-FFF2-40B4-BE49-F238E27FC236}">
                  <a16:creationId xmlns:a16="http://schemas.microsoft.com/office/drawing/2014/main" id="{ED6D50D6-26C4-2041-BED8-6C8069F95256}"/>
                </a:ext>
              </a:extLst>
            </p:cNvPr>
            <p:cNvSpPr/>
            <p:nvPr/>
          </p:nvSpPr>
          <p:spPr>
            <a:xfrm>
              <a:off x="8049382" y="25210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6" name="Oval 95">
              <a:extLst>
                <a:ext uri="{FF2B5EF4-FFF2-40B4-BE49-F238E27FC236}">
                  <a16:creationId xmlns:a16="http://schemas.microsoft.com/office/drawing/2014/main" id="{81C02CEB-62FD-5E34-84AA-2AC48D2F44B5}"/>
                </a:ext>
              </a:extLst>
            </p:cNvPr>
            <p:cNvSpPr/>
            <p:nvPr/>
          </p:nvSpPr>
          <p:spPr>
            <a:xfrm>
              <a:off x="8058907" y="24289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7" name="Oval 96">
              <a:extLst>
                <a:ext uri="{FF2B5EF4-FFF2-40B4-BE49-F238E27FC236}">
                  <a16:creationId xmlns:a16="http://schemas.microsoft.com/office/drawing/2014/main" id="{1F3B0F73-930D-0D8C-C60A-83804E167B96}"/>
                </a:ext>
              </a:extLst>
            </p:cNvPr>
            <p:cNvSpPr/>
            <p:nvPr/>
          </p:nvSpPr>
          <p:spPr>
            <a:xfrm>
              <a:off x="8131932" y="24099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8" name="Oval 97">
              <a:extLst>
                <a:ext uri="{FF2B5EF4-FFF2-40B4-BE49-F238E27FC236}">
                  <a16:creationId xmlns:a16="http://schemas.microsoft.com/office/drawing/2014/main" id="{E3A65F85-0BB4-02CA-95EB-3774B05DA16B}"/>
                </a:ext>
              </a:extLst>
            </p:cNvPr>
            <p:cNvSpPr/>
            <p:nvPr/>
          </p:nvSpPr>
          <p:spPr>
            <a:xfrm>
              <a:off x="8089640" y="24102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9" name="Oval 98">
              <a:extLst>
                <a:ext uri="{FF2B5EF4-FFF2-40B4-BE49-F238E27FC236}">
                  <a16:creationId xmlns:a16="http://schemas.microsoft.com/office/drawing/2014/main" id="{6C071445-F94B-993B-AF5B-461ECC6A14E4}"/>
                </a:ext>
              </a:extLst>
            </p:cNvPr>
            <p:cNvSpPr/>
            <p:nvPr/>
          </p:nvSpPr>
          <p:spPr>
            <a:xfrm>
              <a:off x="8093832" y="24543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5" name="Group 304">
            <a:extLst>
              <a:ext uri="{FF2B5EF4-FFF2-40B4-BE49-F238E27FC236}">
                <a16:creationId xmlns:a16="http://schemas.microsoft.com/office/drawing/2014/main" id="{B1618FB0-AE0A-5814-C1EB-669F22789AEE}"/>
              </a:ext>
            </a:extLst>
          </p:cNvPr>
          <p:cNvGrpSpPr/>
          <p:nvPr/>
        </p:nvGrpSpPr>
        <p:grpSpPr>
          <a:xfrm>
            <a:off x="8220520" y="3079230"/>
            <a:ext cx="163366" cy="390750"/>
            <a:chOff x="8231329" y="3021174"/>
            <a:chExt cx="163366" cy="390750"/>
          </a:xfrm>
        </p:grpSpPr>
        <p:sp>
          <p:nvSpPr>
            <p:cNvPr id="35" name="Arc 34">
              <a:extLst>
                <a:ext uri="{FF2B5EF4-FFF2-40B4-BE49-F238E27FC236}">
                  <a16:creationId xmlns:a16="http://schemas.microsoft.com/office/drawing/2014/main" id="{EB207C0F-C94F-F62C-FA94-E3507DAFF198}"/>
                </a:ext>
              </a:extLst>
            </p:cNvPr>
            <p:cNvSpPr/>
            <p:nvPr/>
          </p:nvSpPr>
          <p:spPr>
            <a:xfrm>
              <a:off x="8231329" y="3021174"/>
              <a:ext cx="114680" cy="390750"/>
            </a:xfrm>
            <a:prstGeom prst="arc">
              <a:avLst>
                <a:gd name="adj1" fmla="val 4039734"/>
                <a:gd name="adj2" fmla="val 17899358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1" name="Oval 100">
              <a:extLst>
                <a:ext uri="{FF2B5EF4-FFF2-40B4-BE49-F238E27FC236}">
                  <a16:creationId xmlns:a16="http://schemas.microsoft.com/office/drawing/2014/main" id="{7DB67963-654B-3C0C-F138-ED3F7FA9CE00}"/>
                </a:ext>
              </a:extLst>
            </p:cNvPr>
            <p:cNvSpPr/>
            <p:nvPr/>
          </p:nvSpPr>
          <p:spPr>
            <a:xfrm>
              <a:off x="8316082" y="31941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2" name="Oval 101">
              <a:extLst>
                <a:ext uri="{FF2B5EF4-FFF2-40B4-BE49-F238E27FC236}">
                  <a16:creationId xmlns:a16="http://schemas.microsoft.com/office/drawing/2014/main" id="{480066E7-84BB-A176-DABE-2117F1BFEA49}"/>
                </a:ext>
              </a:extLst>
            </p:cNvPr>
            <p:cNvSpPr/>
            <p:nvPr/>
          </p:nvSpPr>
          <p:spPr>
            <a:xfrm>
              <a:off x="8362690" y="32738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3" name="Oval 102">
              <a:extLst>
                <a:ext uri="{FF2B5EF4-FFF2-40B4-BE49-F238E27FC236}">
                  <a16:creationId xmlns:a16="http://schemas.microsoft.com/office/drawing/2014/main" id="{6682A652-E279-C1F4-2D51-BA67BB25E6DB}"/>
                </a:ext>
              </a:extLst>
            </p:cNvPr>
            <p:cNvSpPr/>
            <p:nvPr/>
          </p:nvSpPr>
          <p:spPr>
            <a:xfrm>
              <a:off x="8296015" y="32357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4" name="Oval 103">
              <a:extLst>
                <a:ext uri="{FF2B5EF4-FFF2-40B4-BE49-F238E27FC236}">
                  <a16:creationId xmlns:a16="http://schemas.microsoft.com/office/drawing/2014/main" id="{30F23307-B48D-0D6C-FFD0-04A4F5DAEBB4}"/>
                </a:ext>
              </a:extLst>
            </p:cNvPr>
            <p:cNvSpPr/>
            <p:nvPr/>
          </p:nvSpPr>
          <p:spPr>
            <a:xfrm>
              <a:off x="8376407" y="32259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7" name="Group 306">
            <a:extLst>
              <a:ext uri="{FF2B5EF4-FFF2-40B4-BE49-F238E27FC236}">
                <a16:creationId xmlns:a16="http://schemas.microsoft.com/office/drawing/2014/main" id="{90A86F4F-1291-B524-F9CD-B4511E1B0063}"/>
              </a:ext>
            </a:extLst>
          </p:cNvPr>
          <p:cNvGrpSpPr/>
          <p:nvPr/>
        </p:nvGrpSpPr>
        <p:grpSpPr>
          <a:xfrm>
            <a:off x="7507863" y="3694818"/>
            <a:ext cx="438158" cy="914400"/>
            <a:chOff x="8319257" y="3587154"/>
            <a:chExt cx="438158" cy="914400"/>
          </a:xfrm>
        </p:grpSpPr>
        <p:sp>
          <p:nvSpPr>
            <p:cNvPr id="34" name="Arc 33">
              <a:extLst>
                <a:ext uri="{FF2B5EF4-FFF2-40B4-BE49-F238E27FC236}">
                  <a16:creationId xmlns:a16="http://schemas.microsoft.com/office/drawing/2014/main" id="{1EDFE159-A043-976D-C3A9-0AE08B0F91E1}"/>
                </a:ext>
              </a:extLst>
            </p:cNvPr>
            <p:cNvSpPr/>
            <p:nvPr/>
          </p:nvSpPr>
          <p:spPr>
            <a:xfrm>
              <a:off x="8364322" y="3587154"/>
              <a:ext cx="393093" cy="914400"/>
            </a:xfrm>
            <a:prstGeom prst="arc">
              <a:avLst>
                <a:gd name="adj1" fmla="val 16664678"/>
                <a:gd name="adj2" fmla="val 8787281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5" name="Oval 104">
              <a:extLst>
                <a:ext uri="{FF2B5EF4-FFF2-40B4-BE49-F238E27FC236}">
                  <a16:creationId xmlns:a16="http://schemas.microsoft.com/office/drawing/2014/main" id="{C4D15E4B-53A6-0022-BBE6-2FA3FF4D9270}"/>
                </a:ext>
              </a:extLst>
            </p:cNvPr>
            <p:cNvSpPr/>
            <p:nvPr/>
          </p:nvSpPr>
          <p:spPr>
            <a:xfrm>
              <a:off x="8319257" y="40355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6" name="Oval 105">
              <a:extLst>
                <a:ext uri="{FF2B5EF4-FFF2-40B4-BE49-F238E27FC236}">
                  <a16:creationId xmlns:a16="http://schemas.microsoft.com/office/drawing/2014/main" id="{0D8A3A20-757B-A1FC-DC16-588D608D04E4}"/>
                </a:ext>
              </a:extLst>
            </p:cNvPr>
            <p:cNvSpPr/>
            <p:nvPr/>
          </p:nvSpPr>
          <p:spPr>
            <a:xfrm>
              <a:off x="8354182" y="40577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7" name="Oval 106">
              <a:extLst>
                <a:ext uri="{FF2B5EF4-FFF2-40B4-BE49-F238E27FC236}">
                  <a16:creationId xmlns:a16="http://schemas.microsoft.com/office/drawing/2014/main" id="{A6A07314-233E-4189-8B9B-7DE64628CBA1}"/>
                </a:ext>
              </a:extLst>
            </p:cNvPr>
            <p:cNvSpPr/>
            <p:nvPr/>
          </p:nvSpPr>
          <p:spPr>
            <a:xfrm>
              <a:off x="8335132" y="39688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8" name="Oval 107">
              <a:extLst>
                <a:ext uri="{FF2B5EF4-FFF2-40B4-BE49-F238E27FC236}">
                  <a16:creationId xmlns:a16="http://schemas.microsoft.com/office/drawing/2014/main" id="{E7D27A90-BB0E-FDB1-D356-A8E8DA586A61}"/>
                </a:ext>
              </a:extLst>
            </p:cNvPr>
            <p:cNvSpPr/>
            <p:nvPr/>
          </p:nvSpPr>
          <p:spPr>
            <a:xfrm>
              <a:off x="8354182" y="41085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9" name="Oval 108">
              <a:extLst>
                <a:ext uri="{FF2B5EF4-FFF2-40B4-BE49-F238E27FC236}">
                  <a16:creationId xmlns:a16="http://schemas.microsoft.com/office/drawing/2014/main" id="{14425F02-A15D-40A8-1D0C-8B5531E639A3}"/>
                </a:ext>
              </a:extLst>
            </p:cNvPr>
            <p:cNvSpPr/>
            <p:nvPr/>
          </p:nvSpPr>
          <p:spPr>
            <a:xfrm>
              <a:off x="8334115" y="41501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0" name="Oval 109">
              <a:extLst>
                <a:ext uri="{FF2B5EF4-FFF2-40B4-BE49-F238E27FC236}">
                  <a16:creationId xmlns:a16="http://schemas.microsoft.com/office/drawing/2014/main" id="{5D3B728B-B9B2-7E95-C450-4E9FDA77D5D1}"/>
                </a:ext>
              </a:extLst>
            </p:cNvPr>
            <p:cNvSpPr/>
            <p:nvPr/>
          </p:nvSpPr>
          <p:spPr>
            <a:xfrm>
              <a:off x="8414507" y="41403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4" name="Group 303">
            <a:extLst>
              <a:ext uri="{FF2B5EF4-FFF2-40B4-BE49-F238E27FC236}">
                <a16:creationId xmlns:a16="http://schemas.microsoft.com/office/drawing/2014/main" id="{7699E5C5-889D-0A7A-3CC3-4680D6A04218}"/>
              </a:ext>
            </a:extLst>
          </p:cNvPr>
          <p:cNvGrpSpPr/>
          <p:nvPr/>
        </p:nvGrpSpPr>
        <p:grpSpPr>
          <a:xfrm>
            <a:off x="7121015" y="3238847"/>
            <a:ext cx="73025" cy="368830"/>
            <a:chOff x="8704648" y="3073590"/>
            <a:chExt cx="73025" cy="368830"/>
          </a:xfrm>
        </p:grpSpPr>
        <p:sp>
          <p:nvSpPr>
            <p:cNvPr id="141" name="Oval 140">
              <a:extLst>
                <a:ext uri="{FF2B5EF4-FFF2-40B4-BE49-F238E27FC236}">
                  <a16:creationId xmlns:a16="http://schemas.microsoft.com/office/drawing/2014/main" id="{C2E0DA6F-6426-DA71-6F44-8FFE257C2777}"/>
                </a:ext>
              </a:extLst>
            </p:cNvPr>
            <p:cNvSpPr/>
            <p:nvPr/>
          </p:nvSpPr>
          <p:spPr>
            <a:xfrm>
              <a:off x="8721285" y="337914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2" name="Oval 141">
              <a:extLst>
                <a:ext uri="{FF2B5EF4-FFF2-40B4-BE49-F238E27FC236}">
                  <a16:creationId xmlns:a16="http://schemas.microsoft.com/office/drawing/2014/main" id="{BB77BA5A-C90A-CAEA-0727-E1E3F5A430D2}"/>
                </a:ext>
              </a:extLst>
            </p:cNvPr>
            <p:cNvSpPr/>
            <p:nvPr/>
          </p:nvSpPr>
          <p:spPr>
            <a:xfrm>
              <a:off x="8759385" y="3423860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3" name="Oval 142">
              <a:extLst>
                <a:ext uri="{FF2B5EF4-FFF2-40B4-BE49-F238E27FC236}">
                  <a16:creationId xmlns:a16="http://schemas.microsoft.com/office/drawing/2014/main" id="{CFA5BAE0-D79F-B4D5-EFAC-DCFF217126C8}"/>
                </a:ext>
              </a:extLst>
            </p:cNvPr>
            <p:cNvSpPr/>
            <p:nvPr/>
          </p:nvSpPr>
          <p:spPr>
            <a:xfrm>
              <a:off x="8707568" y="3424132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4510786F-E511-6CC2-EC71-DE1F4F375035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158674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0263A7C9-4945-4F5D-D399-2201F6CDA633}"/>
                </a:ext>
              </a:extLst>
            </p:cNvPr>
            <p:cNvCxnSpPr>
              <a:cxnSpLocks/>
            </p:cNvCxnSpPr>
            <p:nvPr/>
          </p:nvCxnSpPr>
          <p:spPr>
            <a:xfrm>
              <a:off x="8771323" y="3158674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354AD623-3802-1BD5-90D3-F071DE424542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232939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D37FF662-5321-4E76-532B-8E69E1F12D17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99157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0D0CE7D1-EA01-45A9-C1BE-06F0F7EFD38B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6740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1ABACC78-AA69-06C2-ECB3-98F75F6E230C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100957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55E9ED86-1408-68D8-7D27-2CF57F2E67E0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073590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6ADAEF01-7D6B-8AA5-2FF0-0C5C52C32D2A}"/>
                </a:ext>
              </a:extLst>
            </p:cNvPr>
            <p:cNvCxnSpPr>
              <a:cxnSpLocks/>
            </p:cNvCxnSpPr>
            <p:nvPr/>
          </p:nvCxnSpPr>
          <p:spPr>
            <a:xfrm>
              <a:off x="8771323" y="312756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696D6E21-91F9-5BE2-DFC1-04C44BF48A50}"/>
                </a:ext>
              </a:extLst>
            </p:cNvPr>
            <p:cNvCxnSpPr>
              <a:cxnSpLocks/>
            </p:cNvCxnSpPr>
            <p:nvPr/>
          </p:nvCxnSpPr>
          <p:spPr>
            <a:xfrm>
              <a:off x="8736398" y="3343465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95D967DD-1FEE-C420-EB4F-DF34A84D54D3}"/>
                </a:ext>
              </a:extLst>
            </p:cNvPr>
            <p:cNvCxnSpPr>
              <a:cxnSpLocks/>
            </p:cNvCxnSpPr>
            <p:nvPr/>
          </p:nvCxnSpPr>
          <p:spPr>
            <a:xfrm>
              <a:off x="8704648" y="3142006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3" name="Group 302">
            <a:extLst>
              <a:ext uri="{FF2B5EF4-FFF2-40B4-BE49-F238E27FC236}">
                <a16:creationId xmlns:a16="http://schemas.microsoft.com/office/drawing/2014/main" id="{AD9DF4DB-60CB-2EB2-B6B5-85C7B1A96017}"/>
              </a:ext>
            </a:extLst>
          </p:cNvPr>
          <p:cNvGrpSpPr/>
          <p:nvPr/>
        </p:nvGrpSpPr>
        <p:grpSpPr>
          <a:xfrm>
            <a:off x="7356429" y="4825761"/>
            <a:ext cx="73025" cy="368830"/>
            <a:chOff x="8786083" y="4825761"/>
            <a:chExt cx="73025" cy="368830"/>
          </a:xfrm>
        </p:grpSpPr>
        <p:sp>
          <p:nvSpPr>
            <p:cNvPr id="154" name="Oval 153">
              <a:extLst>
                <a:ext uri="{FF2B5EF4-FFF2-40B4-BE49-F238E27FC236}">
                  <a16:creationId xmlns:a16="http://schemas.microsoft.com/office/drawing/2014/main" id="{369CA65A-D4EC-3F15-0C8F-3E13C26D7754}"/>
                </a:ext>
              </a:extLst>
            </p:cNvPr>
            <p:cNvSpPr/>
            <p:nvPr/>
          </p:nvSpPr>
          <p:spPr>
            <a:xfrm>
              <a:off x="8802720" y="51313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Oval 154">
              <a:extLst>
                <a:ext uri="{FF2B5EF4-FFF2-40B4-BE49-F238E27FC236}">
                  <a16:creationId xmlns:a16="http://schemas.microsoft.com/office/drawing/2014/main" id="{57FFD24C-F19F-0710-60A6-768453C06BC5}"/>
                </a:ext>
              </a:extLst>
            </p:cNvPr>
            <p:cNvSpPr/>
            <p:nvPr/>
          </p:nvSpPr>
          <p:spPr>
            <a:xfrm>
              <a:off x="8840820" y="51760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Oval 155">
              <a:extLst>
                <a:ext uri="{FF2B5EF4-FFF2-40B4-BE49-F238E27FC236}">
                  <a16:creationId xmlns:a16="http://schemas.microsoft.com/office/drawing/2014/main" id="{F2D33802-3B57-8688-2047-1988E33C34CA}"/>
                </a:ext>
              </a:extLst>
            </p:cNvPr>
            <p:cNvSpPr/>
            <p:nvPr/>
          </p:nvSpPr>
          <p:spPr>
            <a:xfrm>
              <a:off x="8789003" y="5176303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169D9286-21BF-21E0-D746-4D70093663AF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910845"/>
              <a:ext cx="0" cy="17065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2AAE79AD-0E05-5E1F-61C1-C64325018615}"/>
                </a:ext>
              </a:extLst>
            </p:cNvPr>
            <p:cNvCxnSpPr>
              <a:cxnSpLocks/>
            </p:cNvCxnSpPr>
            <p:nvPr/>
          </p:nvCxnSpPr>
          <p:spPr>
            <a:xfrm>
              <a:off x="8852758" y="4910845"/>
              <a:ext cx="0" cy="217876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62B1EDBF-98BE-8089-1C75-0F203CF627DC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85110"/>
              <a:ext cx="0" cy="161591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1D69A8EE-C23C-D8E6-DC06-54CD237CA829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51328"/>
              <a:ext cx="0" cy="25019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E81391BD-567E-680E-B176-556BFE1FF85A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919577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67F7D6D7-D872-A3C9-0DB1-C38D68B3BDB0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853128"/>
              <a:ext cx="0" cy="51367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Arrow Connector 162">
              <a:extLst>
                <a:ext uri="{FF2B5EF4-FFF2-40B4-BE49-F238E27FC236}">
                  <a16:creationId xmlns:a16="http://schemas.microsoft.com/office/drawing/2014/main" id="{B0ACB318-B403-ED28-1607-0CE269E15080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4825761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Arrow Connector 163">
              <a:extLst>
                <a:ext uri="{FF2B5EF4-FFF2-40B4-BE49-F238E27FC236}">
                  <a16:creationId xmlns:a16="http://schemas.microsoft.com/office/drawing/2014/main" id="{4C8A0BB0-CA0E-F5DA-8776-A84D052BAE4F}"/>
                </a:ext>
              </a:extLst>
            </p:cNvPr>
            <p:cNvCxnSpPr>
              <a:cxnSpLocks/>
            </p:cNvCxnSpPr>
            <p:nvPr/>
          </p:nvCxnSpPr>
          <p:spPr>
            <a:xfrm>
              <a:off x="8852758" y="487973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5" name="Straight Arrow Connector 164">
              <a:extLst>
                <a:ext uri="{FF2B5EF4-FFF2-40B4-BE49-F238E27FC236}">
                  <a16:creationId xmlns:a16="http://schemas.microsoft.com/office/drawing/2014/main" id="{92DA6875-122A-8676-DB11-72FD0B688947}"/>
                </a:ext>
              </a:extLst>
            </p:cNvPr>
            <p:cNvCxnSpPr>
              <a:cxnSpLocks/>
            </p:cNvCxnSpPr>
            <p:nvPr/>
          </p:nvCxnSpPr>
          <p:spPr>
            <a:xfrm>
              <a:off x="8817833" y="5095636"/>
              <a:ext cx="0" cy="18288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A425D4B4-8904-3D67-DBFE-EEA5D6EEAFD6}"/>
                </a:ext>
              </a:extLst>
            </p:cNvPr>
            <p:cNvCxnSpPr>
              <a:cxnSpLocks/>
            </p:cNvCxnSpPr>
            <p:nvPr/>
          </p:nvCxnSpPr>
          <p:spPr>
            <a:xfrm>
              <a:off x="8786083" y="4894177"/>
              <a:ext cx="0" cy="9144"/>
            </a:xfrm>
            <a:prstGeom prst="straightConnector1">
              <a:avLst/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85EC2C1D-10AE-446E-DC5D-2537053DD3B1}"/>
                  </a:ext>
                </a:extLst>
              </p:cNvPr>
              <p:cNvSpPr txBox="1"/>
              <p:nvPr/>
            </p:nvSpPr>
            <p:spPr>
              <a:xfrm>
                <a:off x="6886560" y="4904722"/>
                <a:ext cx="365228" cy="16927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𝑧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r>
                        <a:rPr lang="en-US" sz="11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</m:oMath>
                  </m:oMathPara>
                </a14:m>
                <a:endParaRPr lang="en-US" sz="1100" i="1" dirty="0"/>
              </a:p>
            </p:txBody>
          </p:sp>
        </mc:Choice>
        <mc:Fallback xmlns="">
          <p:sp>
            <p:nvSpPr>
              <p:cNvPr id="167" name="TextBox 166">
                <a:extLst>
                  <a:ext uri="{FF2B5EF4-FFF2-40B4-BE49-F238E27FC236}">
                    <a16:creationId xmlns:a16="http://schemas.microsoft.com/office/drawing/2014/main" id="{85EC2C1D-10AE-446E-DC5D-2537053DD3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86560" y="4904722"/>
                <a:ext cx="365228" cy="169277"/>
              </a:xfrm>
              <a:prstGeom prst="rect">
                <a:avLst/>
              </a:prstGeom>
              <a:blipFill>
                <a:blip r:embed="rId11"/>
                <a:stretch>
                  <a:fillRect l="-6667" t="-7143" r="-6667" b="-714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09" name="Group 308">
            <a:extLst>
              <a:ext uri="{FF2B5EF4-FFF2-40B4-BE49-F238E27FC236}">
                <a16:creationId xmlns:a16="http://schemas.microsoft.com/office/drawing/2014/main" id="{1A870129-56DD-3173-5D5E-4D9C4846666D}"/>
              </a:ext>
            </a:extLst>
          </p:cNvPr>
          <p:cNvGrpSpPr/>
          <p:nvPr/>
        </p:nvGrpSpPr>
        <p:grpSpPr>
          <a:xfrm>
            <a:off x="7927969" y="4850500"/>
            <a:ext cx="114761" cy="292775"/>
            <a:chOff x="7964254" y="4850500"/>
            <a:chExt cx="114761" cy="292775"/>
          </a:xfrm>
        </p:grpSpPr>
        <p:sp>
          <p:nvSpPr>
            <p:cNvPr id="171" name="Arc 170">
              <a:extLst>
                <a:ext uri="{FF2B5EF4-FFF2-40B4-BE49-F238E27FC236}">
                  <a16:creationId xmlns:a16="http://schemas.microsoft.com/office/drawing/2014/main" id="{8D3D1BC3-E5A8-7787-9286-3B89BFE7F150}"/>
                </a:ext>
              </a:extLst>
            </p:cNvPr>
            <p:cNvSpPr/>
            <p:nvPr/>
          </p:nvSpPr>
          <p:spPr>
            <a:xfrm>
              <a:off x="7964335" y="4850500"/>
              <a:ext cx="114680" cy="216423"/>
            </a:xfrm>
            <a:prstGeom prst="arc">
              <a:avLst>
                <a:gd name="adj1" fmla="val 14776883"/>
                <a:gd name="adj2" fmla="val 4592000"/>
              </a:avLst>
            </a:prstGeom>
            <a:ln w="6350">
              <a:solidFill>
                <a:schemeClr val="tx1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2" name="Oval 171">
              <a:extLst>
                <a:ext uri="{FF2B5EF4-FFF2-40B4-BE49-F238E27FC236}">
                  <a16:creationId xmlns:a16="http://schemas.microsoft.com/office/drawing/2014/main" id="{08DFDAE7-0DFD-C665-AB91-F56922E0D524}"/>
                </a:ext>
              </a:extLst>
            </p:cNvPr>
            <p:cNvSpPr/>
            <p:nvPr/>
          </p:nvSpPr>
          <p:spPr>
            <a:xfrm>
              <a:off x="7984321" y="5049379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Oval 172">
              <a:extLst>
                <a:ext uri="{FF2B5EF4-FFF2-40B4-BE49-F238E27FC236}">
                  <a16:creationId xmlns:a16="http://schemas.microsoft.com/office/drawing/2014/main" id="{D1C3402A-B368-ADAE-2858-26E16B2797AB}"/>
                </a:ext>
              </a:extLst>
            </p:cNvPr>
            <p:cNvSpPr/>
            <p:nvPr/>
          </p:nvSpPr>
          <p:spPr>
            <a:xfrm>
              <a:off x="8016806" y="510078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4" name="Oval 173">
              <a:extLst>
                <a:ext uri="{FF2B5EF4-FFF2-40B4-BE49-F238E27FC236}">
                  <a16:creationId xmlns:a16="http://schemas.microsoft.com/office/drawing/2014/main" id="{C15004FE-5B39-4D30-2F18-6192A45D8005}"/>
                </a:ext>
              </a:extLst>
            </p:cNvPr>
            <p:cNvSpPr/>
            <p:nvPr/>
          </p:nvSpPr>
          <p:spPr>
            <a:xfrm>
              <a:off x="7964254" y="5090926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Oval 174">
              <a:extLst>
                <a:ext uri="{FF2B5EF4-FFF2-40B4-BE49-F238E27FC236}">
                  <a16:creationId xmlns:a16="http://schemas.microsoft.com/office/drawing/2014/main" id="{16EB7524-B269-49F0-08E3-9DD79D3DD985}"/>
                </a:ext>
              </a:extLst>
            </p:cNvPr>
            <p:cNvSpPr/>
            <p:nvPr/>
          </p:nvSpPr>
          <p:spPr>
            <a:xfrm>
              <a:off x="8044646" y="5081129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9" name="Oval 188">
              <a:extLst>
                <a:ext uri="{FF2B5EF4-FFF2-40B4-BE49-F238E27FC236}">
                  <a16:creationId xmlns:a16="http://schemas.microsoft.com/office/drawing/2014/main" id="{B9859828-B3ED-6BB1-FA45-C040DDAD6B60}"/>
                </a:ext>
              </a:extLst>
            </p:cNvPr>
            <p:cNvSpPr/>
            <p:nvPr/>
          </p:nvSpPr>
          <p:spPr>
            <a:xfrm>
              <a:off x="8013663" y="5134131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13ED12D5-B7E0-82DF-1447-4F2353590C73}"/>
              </a:ext>
            </a:extLst>
          </p:cNvPr>
          <p:cNvGrpSpPr/>
          <p:nvPr/>
        </p:nvGrpSpPr>
        <p:grpSpPr>
          <a:xfrm>
            <a:off x="8116625" y="4962534"/>
            <a:ext cx="958749" cy="1417668"/>
            <a:chOff x="9405485" y="5083560"/>
            <a:chExt cx="958749" cy="1417668"/>
          </a:xfrm>
        </p:grpSpPr>
        <p:sp>
          <p:nvSpPr>
            <p:cNvPr id="190" name="Oval 189">
              <a:extLst>
                <a:ext uri="{FF2B5EF4-FFF2-40B4-BE49-F238E27FC236}">
                  <a16:creationId xmlns:a16="http://schemas.microsoft.com/office/drawing/2014/main" id="{4BC55BBB-D7D0-7B45-C37B-B89124CAFA1C}"/>
                </a:ext>
              </a:extLst>
            </p:cNvPr>
            <p:cNvSpPr/>
            <p:nvPr/>
          </p:nvSpPr>
          <p:spPr>
            <a:xfrm>
              <a:off x="9405485" y="5555998"/>
              <a:ext cx="82296" cy="64008"/>
            </a:xfrm>
            <a:prstGeom prst="ellipse">
              <a:avLst/>
            </a:prstGeom>
            <a:solidFill>
              <a:srgbClr val="D27D4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1" name="Oval 190">
              <a:extLst>
                <a:ext uri="{FF2B5EF4-FFF2-40B4-BE49-F238E27FC236}">
                  <a16:creationId xmlns:a16="http://schemas.microsoft.com/office/drawing/2014/main" id="{875AFCC5-F65D-26C6-1E84-D1CCC62C16BF}"/>
                </a:ext>
              </a:extLst>
            </p:cNvPr>
            <p:cNvSpPr/>
            <p:nvPr/>
          </p:nvSpPr>
          <p:spPr>
            <a:xfrm>
              <a:off x="9451319" y="52388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2" name="Oval 191">
              <a:extLst>
                <a:ext uri="{FF2B5EF4-FFF2-40B4-BE49-F238E27FC236}">
                  <a16:creationId xmlns:a16="http://schemas.microsoft.com/office/drawing/2014/main" id="{33C72031-9F19-EC58-9686-5A4E822B3EBA}"/>
                </a:ext>
              </a:extLst>
            </p:cNvPr>
            <p:cNvSpPr/>
            <p:nvPr/>
          </p:nvSpPr>
          <p:spPr>
            <a:xfrm>
              <a:off x="9504277" y="52200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3" name="Oval 192">
              <a:extLst>
                <a:ext uri="{FF2B5EF4-FFF2-40B4-BE49-F238E27FC236}">
                  <a16:creationId xmlns:a16="http://schemas.microsoft.com/office/drawing/2014/main" id="{903051AE-EC59-46EA-A89D-E5ADE2C2B5E5}"/>
                </a:ext>
              </a:extLst>
            </p:cNvPr>
            <p:cNvSpPr/>
            <p:nvPr/>
          </p:nvSpPr>
          <p:spPr>
            <a:xfrm>
              <a:off x="9575144" y="52198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4" name="Oval 193">
              <a:extLst>
                <a:ext uri="{FF2B5EF4-FFF2-40B4-BE49-F238E27FC236}">
                  <a16:creationId xmlns:a16="http://schemas.microsoft.com/office/drawing/2014/main" id="{F25045FF-7D78-71D0-243D-4ED965B0531C}"/>
                </a:ext>
              </a:extLst>
            </p:cNvPr>
            <p:cNvSpPr/>
            <p:nvPr/>
          </p:nvSpPr>
          <p:spPr>
            <a:xfrm>
              <a:off x="9720177" y="514388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5" name="Oval 194">
              <a:extLst>
                <a:ext uri="{FF2B5EF4-FFF2-40B4-BE49-F238E27FC236}">
                  <a16:creationId xmlns:a16="http://schemas.microsoft.com/office/drawing/2014/main" id="{ED6AADF4-D5BE-FFF4-9AFD-03266D7A5992}"/>
                </a:ext>
              </a:extLst>
            </p:cNvPr>
            <p:cNvSpPr/>
            <p:nvPr/>
          </p:nvSpPr>
          <p:spPr>
            <a:xfrm>
              <a:off x="9508469" y="526426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6" name="Oval 195">
              <a:extLst>
                <a:ext uri="{FF2B5EF4-FFF2-40B4-BE49-F238E27FC236}">
                  <a16:creationId xmlns:a16="http://schemas.microsoft.com/office/drawing/2014/main" id="{1AB82A0F-7AFE-DD24-B4CA-7025602BA5CD}"/>
                </a:ext>
              </a:extLst>
            </p:cNvPr>
            <p:cNvSpPr/>
            <p:nvPr/>
          </p:nvSpPr>
          <p:spPr>
            <a:xfrm>
              <a:off x="9606215" y="5215796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7" name="Oval 196">
              <a:extLst>
                <a:ext uri="{FF2B5EF4-FFF2-40B4-BE49-F238E27FC236}">
                  <a16:creationId xmlns:a16="http://schemas.microsoft.com/office/drawing/2014/main" id="{7B5AF57D-DC27-FA5A-C240-B1392CBE8744}"/>
                </a:ext>
              </a:extLst>
            </p:cNvPr>
            <p:cNvSpPr/>
            <p:nvPr/>
          </p:nvSpPr>
          <p:spPr>
            <a:xfrm>
              <a:off x="9517994" y="51721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8" name="Oval 197">
              <a:extLst>
                <a:ext uri="{FF2B5EF4-FFF2-40B4-BE49-F238E27FC236}">
                  <a16:creationId xmlns:a16="http://schemas.microsoft.com/office/drawing/2014/main" id="{E44F5A6C-EB0F-C28F-5AE5-5C58F1B94C78}"/>
                </a:ext>
              </a:extLst>
            </p:cNvPr>
            <p:cNvSpPr/>
            <p:nvPr/>
          </p:nvSpPr>
          <p:spPr>
            <a:xfrm>
              <a:off x="9591019" y="51531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9" name="Oval 198">
              <a:extLst>
                <a:ext uri="{FF2B5EF4-FFF2-40B4-BE49-F238E27FC236}">
                  <a16:creationId xmlns:a16="http://schemas.microsoft.com/office/drawing/2014/main" id="{FC440249-4E2D-183D-C24C-B15F86C4A9F2}"/>
                </a:ext>
              </a:extLst>
            </p:cNvPr>
            <p:cNvSpPr/>
            <p:nvPr/>
          </p:nvSpPr>
          <p:spPr>
            <a:xfrm>
              <a:off x="9548727" y="515341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0" name="Oval 199">
              <a:extLst>
                <a:ext uri="{FF2B5EF4-FFF2-40B4-BE49-F238E27FC236}">
                  <a16:creationId xmlns:a16="http://schemas.microsoft.com/office/drawing/2014/main" id="{D5B420DC-0D36-3E28-B0F9-CAD04EE586C0}"/>
                </a:ext>
              </a:extLst>
            </p:cNvPr>
            <p:cNvSpPr/>
            <p:nvPr/>
          </p:nvSpPr>
          <p:spPr>
            <a:xfrm>
              <a:off x="9552919" y="519758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1" name="Oval 200">
              <a:extLst>
                <a:ext uri="{FF2B5EF4-FFF2-40B4-BE49-F238E27FC236}">
                  <a16:creationId xmlns:a16="http://schemas.microsoft.com/office/drawing/2014/main" id="{B2A19D5B-E4B2-8903-42B4-5041790FAE5F}"/>
                </a:ext>
              </a:extLst>
            </p:cNvPr>
            <p:cNvSpPr/>
            <p:nvPr/>
          </p:nvSpPr>
          <p:spPr>
            <a:xfrm>
              <a:off x="9483672" y="518516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2" name="Oval 201">
              <a:extLst>
                <a:ext uri="{FF2B5EF4-FFF2-40B4-BE49-F238E27FC236}">
                  <a16:creationId xmlns:a16="http://schemas.microsoft.com/office/drawing/2014/main" id="{D608E7F8-B3CA-6EA9-D20A-343E002753B2}"/>
                </a:ext>
              </a:extLst>
            </p:cNvPr>
            <p:cNvSpPr/>
            <p:nvPr/>
          </p:nvSpPr>
          <p:spPr>
            <a:xfrm>
              <a:off x="9666202" y="5197860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3" name="Oval 202">
              <a:extLst>
                <a:ext uri="{FF2B5EF4-FFF2-40B4-BE49-F238E27FC236}">
                  <a16:creationId xmlns:a16="http://schemas.microsoft.com/office/drawing/2014/main" id="{2C19DBD8-E0DB-3DBE-40FF-F76EF0BC3EB6}"/>
                </a:ext>
              </a:extLst>
            </p:cNvPr>
            <p:cNvSpPr/>
            <p:nvPr/>
          </p:nvSpPr>
          <p:spPr>
            <a:xfrm>
              <a:off x="9631277" y="5175635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4" name="Oval 203">
              <a:extLst>
                <a:ext uri="{FF2B5EF4-FFF2-40B4-BE49-F238E27FC236}">
                  <a16:creationId xmlns:a16="http://schemas.microsoft.com/office/drawing/2014/main" id="{F0F1F978-3858-B609-0F27-60D7DA4CFF20}"/>
                </a:ext>
              </a:extLst>
            </p:cNvPr>
            <p:cNvSpPr/>
            <p:nvPr/>
          </p:nvSpPr>
          <p:spPr>
            <a:xfrm>
              <a:off x="9670394" y="5242038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5" name="Oval 204">
              <a:extLst>
                <a:ext uri="{FF2B5EF4-FFF2-40B4-BE49-F238E27FC236}">
                  <a16:creationId xmlns:a16="http://schemas.microsoft.com/office/drawing/2014/main" id="{A5335669-EDBE-E76B-5989-98DA81966461}"/>
                </a:ext>
              </a:extLst>
            </p:cNvPr>
            <p:cNvSpPr/>
            <p:nvPr/>
          </p:nvSpPr>
          <p:spPr>
            <a:xfrm>
              <a:off x="9708494" y="5207113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6" name="Arc 205">
              <a:extLst>
                <a:ext uri="{FF2B5EF4-FFF2-40B4-BE49-F238E27FC236}">
                  <a16:creationId xmlns:a16="http://schemas.microsoft.com/office/drawing/2014/main" id="{9677627C-F83B-1A90-7D0E-BE019D9CAB5F}"/>
                </a:ext>
              </a:extLst>
            </p:cNvPr>
            <p:cNvSpPr/>
            <p:nvPr/>
          </p:nvSpPr>
          <p:spPr>
            <a:xfrm>
              <a:off x="9434077" y="5130913"/>
              <a:ext cx="277687" cy="914400"/>
            </a:xfrm>
            <a:prstGeom prst="arc">
              <a:avLst>
                <a:gd name="adj1" fmla="val 13045163"/>
                <a:gd name="adj2" fmla="val 14940207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7" name="Arc 206">
              <a:extLst>
                <a:ext uri="{FF2B5EF4-FFF2-40B4-BE49-F238E27FC236}">
                  <a16:creationId xmlns:a16="http://schemas.microsoft.com/office/drawing/2014/main" id="{F8691639-17CD-2BCE-6DD5-0BCDA17A73D7}"/>
                </a:ext>
              </a:extLst>
            </p:cNvPr>
            <p:cNvSpPr/>
            <p:nvPr/>
          </p:nvSpPr>
          <p:spPr>
            <a:xfrm>
              <a:off x="9442063" y="5148389"/>
              <a:ext cx="922171" cy="1191237"/>
            </a:xfrm>
            <a:prstGeom prst="arc">
              <a:avLst>
                <a:gd name="adj1" fmla="val 12917934"/>
                <a:gd name="adj2" fmla="val 14596855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8" name="Arc 207">
              <a:extLst>
                <a:ext uri="{FF2B5EF4-FFF2-40B4-BE49-F238E27FC236}">
                  <a16:creationId xmlns:a16="http://schemas.microsoft.com/office/drawing/2014/main" id="{9E5DB21B-8C39-7BA9-E32C-183765D3DDB1}"/>
                </a:ext>
              </a:extLst>
            </p:cNvPr>
            <p:cNvSpPr/>
            <p:nvPr/>
          </p:nvSpPr>
          <p:spPr>
            <a:xfrm>
              <a:off x="9430807" y="5090082"/>
              <a:ext cx="620692" cy="1411146"/>
            </a:xfrm>
            <a:prstGeom prst="arc">
              <a:avLst>
                <a:gd name="adj1" fmla="val 13352091"/>
                <a:gd name="adj2" fmla="val 13501965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9" name="Arc 208">
              <a:extLst>
                <a:ext uri="{FF2B5EF4-FFF2-40B4-BE49-F238E27FC236}">
                  <a16:creationId xmlns:a16="http://schemas.microsoft.com/office/drawing/2014/main" id="{90D2130E-3F1E-A0E8-A76D-85EFC0B3F490}"/>
                </a:ext>
              </a:extLst>
            </p:cNvPr>
            <p:cNvSpPr/>
            <p:nvPr/>
          </p:nvSpPr>
          <p:spPr>
            <a:xfrm>
              <a:off x="9441206" y="5151831"/>
              <a:ext cx="922171" cy="1191237"/>
            </a:xfrm>
            <a:prstGeom prst="arc">
              <a:avLst>
                <a:gd name="adj1" fmla="val 12391036"/>
                <a:gd name="adj2" fmla="val 12525416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0" name="Arc 209">
              <a:extLst>
                <a:ext uri="{FF2B5EF4-FFF2-40B4-BE49-F238E27FC236}">
                  <a16:creationId xmlns:a16="http://schemas.microsoft.com/office/drawing/2014/main" id="{BCC5E5DD-B5DC-8715-736E-671003704F3C}"/>
                </a:ext>
              </a:extLst>
            </p:cNvPr>
            <p:cNvSpPr/>
            <p:nvPr/>
          </p:nvSpPr>
          <p:spPr>
            <a:xfrm>
              <a:off x="9441206" y="5151831"/>
              <a:ext cx="922171" cy="1191237"/>
            </a:xfrm>
            <a:prstGeom prst="arc">
              <a:avLst>
                <a:gd name="adj1" fmla="val 12576106"/>
                <a:gd name="adj2" fmla="val 12857701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1" name="Arc 210">
              <a:extLst>
                <a:ext uri="{FF2B5EF4-FFF2-40B4-BE49-F238E27FC236}">
                  <a16:creationId xmlns:a16="http://schemas.microsoft.com/office/drawing/2014/main" id="{C128E8FC-5C02-611A-3166-9DC7920C4437}"/>
                </a:ext>
              </a:extLst>
            </p:cNvPr>
            <p:cNvSpPr/>
            <p:nvPr/>
          </p:nvSpPr>
          <p:spPr>
            <a:xfrm>
              <a:off x="9432657" y="5086735"/>
              <a:ext cx="620692" cy="1411146"/>
            </a:xfrm>
            <a:prstGeom prst="arc">
              <a:avLst>
                <a:gd name="adj1" fmla="val 13567197"/>
                <a:gd name="adj2" fmla="val 14635106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2" name="Arc 211">
              <a:extLst>
                <a:ext uri="{FF2B5EF4-FFF2-40B4-BE49-F238E27FC236}">
                  <a16:creationId xmlns:a16="http://schemas.microsoft.com/office/drawing/2014/main" id="{5F5ABE83-F570-5C80-F5BD-8A226CA24BFA}"/>
                </a:ext>
              </a:extLst>
            </p:cNvPr>
            <p:cNvSpPr/>
            <p:nvPr/>
          </p:nvSpPr>
          <p:spPr>
            <a:xfrm>
              <a:off x="9432657" y="5083560"/>
              <a:ext cx="620692" cy="1411146"/>
            </a:xfrm>
            <a:prstGeom prst="arc">
              <a:avLst>
                <a:gd name="adj1" fmla="val 14679441"/>
                <a:gd name="adj2" fmla="val 14777388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13" name="Arc 212">
              <a:extLst>
                <a:ext uri="{FF2B5EF4-FFF2-40B4-BE49-F238E27FC236}">
                  <a16:creationId xmlns:a16="http://schemas.microsoft.com/office/drawing/2014/main" id="{B76FB08A-BE92-9A0D-D60A-C79E31E82AFC}"/>
                </a:ext>
              </a:extLst>
            </p:cNvPr>
            <p:cNvSpPr/>
            <p:nvPr/>
          </p:nvSpPr>
          <p:spPr>
            <a:xfrm>
              <a:off x="9433652" y="5130886"/>
              <a:ext cx="277687" cy="914400"/>
            </a:xfrm>
            <a:prstGeom prst="arc">
              <a:avLst>
                <a:gd name="adj1" fmla="val 12097014"/>
                <a:gd name="adj2" fmla="val 12811938"/>
              </a:avLst>
            </a:prstGeom>
            <a:ln w="3175">
              <a:solidFill>
                <a:schemeClr val="tx1"/>
              </a:solidFill>
              <a:tailEnd type="non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4" name="Oval 223">
              <a:extLst>
                <a:ext uri="{FF2B5EF4-FFF2-40B4-BE49-F238E27FC236}">
                  <a16:creationId xmlns:a16="http://schemas.microsoft.com/office/drawing/2014/main" id="{8F509799-289B-B30E-E7C8-A0CFDA7F70C8}"/>
                </a:ext>
              </a:extLst>
            </p:cNvPr>
            <p:cNvSpPr/>
            <p:nvPr/>
          </p:nvSpPr>
          <p:spPr>
            <a:xfrm>
              <a:off x="9694655" y="5163522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5" name="Oval 224">
              <a:extLst>
                <a:ext uri="{FF2B5EF4-FFF2-40B4-BE49-F238E27FC236}">
                  <a16:creationId xmlns:a16="http://schemas.microsoft.com/office/drawing/2014/main" id="{9AFDFEFC-C254-BB2D-A78D-EC4EA43721C3}"/>
                </a:ext>
              </a:extLst>
            </p:cNvPr>
            <p:cNvSpPr/>
            <p:nvPr/>
          </p:nvSpPr>
          <p:spPr>
            <a:xfrm>
              <a:off x="9545086" y="5237801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7" name="Oval 226">
              <a:extLst>
                <a:ext uri="{FF2B5EF4-FFF2-40B4-BE49-F238E27FC236}">
                  <a16:creationId xmlns:a16="http://schemas.microsoft.com/office/drawing/2014/main" id="{48F11CB8-9E16-814B-0E20-E21841CC9200}"/>
                </a:ext>
              </a:extLst>
            </p:cNvPr>
            <p:cNvSpPr/>
            <p:nvPr/>
          </p:nvSpPr>
          <p:spPr>
            <a:xfrm>
              <a:off x="9580137" y="5104259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8" name="Oval 227">
              <a:extLst>
                <a:ext uri="{FF2B5EF4-FFF2-40B4-BE49-F238E27FC236}">
                  <a16:creationId xmlns:a16="http://schemas.microsoft.com/office/drawing/2014/main" id="{064CA9F8-C8FC-47EC-4966-0C33D93D6D4E}"/>
                </a:ext>
              </a:extLst>
            </p:cNvPr>
            <p:cNvSpPr/>
            <p:nvPr/>
          </p:nvSpPr>
          <p:spPr>
            <a:xfrm>
              <a:off x="9666080" y="5122247"/>
              <a:ext cx="18288" cy="9144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16313082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83CAE5-BE1D-CCA6-1A39-A2211FAF6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rc 37">
            <a:extLst>
              <a:ext uri="{FF2B5EF4-FFF2-40B4-BE49-F238E27FC236}">
                <a16:creationId xmlns:a16="http://schemas.microsoft.com/office/drawing/2014/main" id="{C1B6924D-6B7B-F2CE-DF2F-CAB755F805AB}"/>
              </a:ext>
            </a:extLst>
          </p:cNvPr>
          <p:cNvSpPr/>
          <p:nvPr/>
        </p:nvSpPr>
        <p:spPr>
          <a:xfrm>
            <a:off x="9822982" y="5478774"/>
            <a:ext cx="513050" cy="469896"/>
          </a:xfrm>
          <a:prstGeom prst="arc">
            <a:avLst>
              <a:gd name="adj1" fmla="val 12063965"/>
              <a:gd name="adj2" fmla="val 18169913"/>
            </a:avLst>
          </a:prstGeom>
          <a:ln w="317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39DF51F1-9588-99C2-56B5-B7D1C4D2E0B2}"/>
              </a:ext>
            </a:extLst>
          </p:cNvPr>
          <p:cNvSpPr/>
          <p:nvPr/>
        </p:nvSpPr>
        <p:spPr>
          <a:xfrm>
            <a:off x="9965773" y="5197479"/>
            <a:ext cx="82296" cy="64008"/>
          </a:xfrm>
          <a:prstGeom prst="ellipse">
            <a:avLst/>
          </a:prstGeom>
          <a:solidFill>
            <a:srgbClr val="D27D4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46C4C7DC-CF65-B5EC-F019-1C54BB4585DC}"/>
              </a:ext>
            </a:extLst>
          </p:cNvPr>
          <p:cNvSpPr/>
          <p:nvPr/>
        </p:nvSpPr>
        <p:spPr>
          <a:xfrm>
            <a:off x="10182174" y="5357419"/>
            <a:ext cx="36576" cy="27432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1C19297F-AF8B-DA16-22C8-18EA75427884}"/>
              </a:ext>
            </a:extLst>
          </p:cNvPr>
          <p:cNvSpPr/>
          <p:nvPr/>
        </p:nvSpPr>
        <p:spPr>
          <a:xfrm>
            <a:off x="10064565" y="4861566"/>
            <a:ext cx="27432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2D7D991B-550C-44C7-44C4-0E31637C34C8}"/>
              </a:ext>
            </a:extLst>
          </p:cNvPr>
          <p:cNvSpPr/>
          <p:nvPr/>
        </p:nvSpPr>
        <p:spPr>
          <a:xfrm>
            <a:off x="10135432" y="4861294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DE117D56-60DF-7739-6E81-12E9CCAEEE4B}"/>
              </a:ext>
            </a:extLst>
          </p:cNvPr>
          <p:cNvSpPr/>
          <p:nvPr/>
        </p:nvSpPr>
        <p:spPr>
          <a:xfrm>
            <a:off x="10068757" y="4905744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3E063418-25D8-67B7-02D7-32EA7472D293}"/>
              </a:ext>
            </a:extLst>
          </p:cNvPr>
          <p:cNvSpPr/>
          <p:nvPr/>
        </p:nvSpPr>
        <p:spPr>
          <a:xfrm>
            <a:off x="9680210" y="5386301"/>
            <a:ext cx="36576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9224AE4C-CAB7-D774-4CAB-48FF51E8BEC0}"/>
              </a:ext>
            </a:extLst>
          </p:cNvPr>
          <p:cNvSpPr/>
          <p:nvPr/>
        </p:nvSpPr>
        <p:spPr>
          <a:xfrm>
            <a:off x="10416331" y="5740905"/>
            <a:ext cx="27432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29D00513-4502-0CF5-C55E-500AAE14C270}"/>
              </a:ext>
            </a:extLst>
          </p:cNvPr>
          <p:cNvSpPr/>
          <p:nvPr/>
        </p:nvSpPr>
        <p:spPr>
          <a:xfrm>
            <a:off x="10381406" y="5718680"/>
            <a:ext cx="27432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0F067408-A263-3B7D-7A83-3856B8C066D9}"/>
              </a:ext>
            </a:extLst>
          </p:cNvPr>
          <p:cNvSpPr/>
          <p:nvPr/>
        </p:nvSpPr>
        <p:spPr>
          <a:xfrm>
            <a:off x="10230682" y="4883519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65310B46-53DC-5903-5E63-0F750E6E70CE}"/>
              </a:ext>
            </a:extLst>
          </p:cNvPr>
          <p:cNvSpPr/>
          <p:nvPr/>
        </p:nvSpPr>
        <p:spPr>
          <a:xfrm>
            <a:off x="10458623" y="5750158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Arc 205">
            <a:extLst>
              <a:ext uri="{FF2B5EF4-FFF2-40B4-BE49-F238E27FC236}">
                <a16:creationId xmlns:a16="http://schemas.microsoft.com/office/drawing/2014/main" id="{4DE01D64-637D-CEF1-811F-A3B01476D832}"/>
              </a:ext>
            </a:extLst>
          </p:cNvPr>
          <p:cNvSpPr/>
          <p:nvPr/>
        </p:nvSpPr>
        <p:spPr>
          <a:xfrm>
            <a:off x="9994365" y="4772394"/>
            <a:ext cx="277687" cy="914400"/>
          </a:xfrm>
          <a:prstGeom prst="arc">
            <a:avLst>
              <a:gd name="adj1" fmla="val 13045163"/>
              <a:gd name="adj2" fmla="val 14940207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Arc 206">
            <a:extLst>
              <a:ext uri="{FF2B5EF4-FFF2-40B4-BE49-F238E27FC236}">
                <a16:creationId xmlns:a16="http://schemas.microsoft.com/office/drawing/2014/main" id="{3F6B3E8A-4C24-619F-33A5-4026127E2799}"/>
              </a:ext>
            </a:extLst>
          </p:cNvPr>
          <p:cNvSpPr/>
          <p:nvPr/>
        </p:nvSpPr>
        <p:spPr>
          <a:xfrm>
            <a:off x="10002351" y="4789870"/>
            <a:ext cx="922171" cy="1191237"/>
          </a:xfrm>
          <a:prstGeom prst="arc">
            <a:avLst>
              <a:gd name="adj1" fmla="val 12917934"/>
              <a:gd name="adj2" fmla="val 14596855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Arc 207">
            <a:extLst>
              <a:ext uri="{FF2B5EF4-FFF2-40B4-BE49-F238E27FC236}">
                <a16:creationId xmlns:a16="http://schemas.microsoft.com/office/drawing/2014/main" id="{C938462F-118F-CE4B-D053-7988E49924F7}"/>
              </a:ext>
            </a:extLst>
          </p:cNvPr>
          <p:cNvSpPr/>
          <p:nvPr/>
        </p:nvSpPr>
        <p:spPr>
          <a:xfrm>
            <a:off x="9991095" y="4731563"/>
            <a:ext cx="620692" cy="1411146"/>
          </a:xfrm>
          <a:prstGeom prst="arc">
            <a:avLst>
              <a:gd name="adj1" fmla="val 13352091"/>
              <a:gd name="adj2" fmla="val 13501965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Arc 208">
            <a:extLst>
              <a:ext uri="{FF2B5EF4-FFF2-40B4-BE49-F238E27FC236}">
                <a16:creationId xmlns:a16="http://schemas.microsoft.com/office/drawing/2014/main" id="{8F61A353-0BB0-71EE-E742-99996102DCF0}"/>
              </a:ext>
            </a:extLst>
          </p:cNvPr>
          <p:cNvSpPr/>
          <p:nvPr/>
        </p:nvSpPr>
        <p:spPr>
          <a:xfrm>
            <a:off x="10001494" y="4793312"/>
            <a:ext cx="922171" cy="1191237"/>
          </a:xfrm>
          <a:prstGeom prst="arc">
            <a:avLst>
              <a:gd name="adj1" fmla="val 12391036"/>
              <a:gd name="adj2" fmla="val 12525416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Arc 209">
            <a:extLst>
              <a:ext uri="{FF2B5EF4-FFF2-40B4-BE49-F238E27FC236}">
                <a16:creationId xmlns:a16="http://schemas.microsoft.com/office/drawing/2014/main" id="{F0E4E9E1-10CF-6C96-5688-D12E7FF49DB8}"/>
              </a:ext>
            </a:extLst>
          </p:cNvPr>
          <p:cNvSpPr/>
          <p:nvPr/>
        </p:nvSpPr>
        <p:spPr>
          <a:xfrm>
            <a:off x="10001494" y="4793312"/>
            <a:ext cx="922171" cy="1191237"/>
          </a:xfrm>
          <a:prstGeom prst="arc">
            <a:avLst>
              <a:gd name="adj1" fmla="val 12576106"/>
              <a:gd name="adj2" fmla="val 12857701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Arc 210">
            <a:extLst>
              <a:ext uri="{FF2B5EF4-FFF2-40B4-BE49-F238E27FC236}">
                <a16:creationId xmlns:a16="http://schemas.microsoft.com/office/drawing/2014/main" id="{8A75AB61-7422-A99A-45A6-A9FBC036FFFC}"/>
              </a:ext>
            </a:extLst>
          </p:cNvPr>
          <p:cNvSpPr/>
          <p:nvPr/>
        </p:nvSpPr>
        <p:spPr>
          <a:xfrm>
            <a:off x="9992945" y="4728216"/>
            <a:ext cx="620692" cy="1411146"/>
          </a:xfrm>
          <a:prstGeom prst="arc">
            <a:avLst>
              <a:gd name="adj1" fmla="val 13567197"/>
              <a:gd name="adj2" fmla="val 14635106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Arc 211">
            <a:extLst>
              <a:ext uri="{FF2B5EF4-FFF2-40B4-BE49-F238E27FC236}">
                <a16:creationId xmlns:a16="http://schemas.microsoft.com/office/drawing/2014/main" id="{3E55A0D4-21D6-D007-78D3-10F751253D52}"/>
              </a:ext>
            </a:extLst>
          </p:cNvPr>
          <p:cNvSpPr/>
          <p:nvPr/>
        </p:nvSpPr>
        <p:spPr>
          <a:xfrm>
            <a:off x="9992945" y="4725041"/>
            <a:ext cx="620692" cy="1411146"/>
          </a:xfrm>
          <a:prstGeom prst="arc">
            <a:avLst>
              <a:gd name="adj1" fmla="val 14679441"/>
              <a:gd name="adj2" fmla="val 14777388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Arc 212">
            <a:extLst>
              <a:ext uri="{FF2B5EF4-FFF2-40B4-BE49-F238E27FC236}">
                <a16:creationId xmlns:a16="http://schemas.microsoft.com/office/drawing/2014/main" id="{B331A3D3-52D3-52B1-4666-9C38B8717071}"/>
              </a:ext>
            </a:extLst>
          </p:cNvPr>
          <p:cNvSpPr/>
          <p:nvPr/>
        </p:nvSpPr>
        <p:spPr>
          <a:xfrm>
            <a:off x="9993940" y="4772367"/>
            <a:ext cx="277687" cy="914400"/>
          </a:xfrm>
          <a:prstGeom prst="arc">
            <a:avLst>
              <a:gd name="adj1" fmla="val 12097014"/>
              <a:gd name="adj2" fmla="val 12811938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C0AC3526-68F9-8A2E-4052-D40C597F41BB}"/>
              </a:ext>
            </a:extLst>
          </p:cNvPr>
          <p:cNvSpPr/>
          <p:nvPr/>
        </p:nvSpPr>
        <p:spPr>
          <a:xfrm>
            <a:off x="10416209" y="5665292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4CAA87DC-AA9E-9030-4AFD-22255887FF4B}"/>
              </a:ext>
            </a:extLst>
          </p:cNvPr>
          <p:cNvGrpSpPr/>
          <p:nvPr/>
        </p:nvGrpSpPr>
        <p:grpSpPr>
          <a:xfrm>
            <a:off x="6417086" y="2028583"/>
            <a:ext cx="2838635" cy="3885363"/>
            <a:chOff x="6417086" y="2028583"/>
            <a:chExt cx="2838635" cy="388536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6D54D90-C6F5-B2A0-DF96-0CE9FCCB7402}"/>
                </a:ext>
              </a:extLst>
            </p:cNvPr>
            <p:cNvGrpSpPr/>
            <p:nvPr/>
          </p:nvGrpSpPr>
          <p:grpSpPr>
            <a:xfrm>
              <a:off x="6417086" y="2028583"/>
              <a:ext cx="2838635" cy="3885363"/>
              <a:chOff x="6417086" y="2028583"/>
              <a:chExt cx="2838635" cy="388536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E80A1E6-5EA9-6757-F531-A58A2B2C6972}"/>
                  </a:ext>
                </a:extLst>
              </p:cNvPr>
              <p:cNvSpPr/>
              <p:nvPr/>
            </p:nvSpPr>
            <p:spPr>
              <a:xfrm>
                <a:off x="6839077" y="2028585"/>
                <a:ext cx="1680809" cy="3492539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1000">
                    <a:schemeClr val="bg1"/>
                  </a:gs>
                  <a:gs pos="83000">
                    <a:srgbClr val="EBB675"/>
                  </a:gs>
                  <a:gs pos="100000">
                    <a:srgbClr val="E28644"/>
                  </a:gs>
                </a:gsLst>
                <a:lin ang="5400000" scaled="1"/>
              </a:gra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62318185-BEBC-81B6-476C-EDB93F14DC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9077" y="2830010"/>
                <a:ext cx="1680809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5EA40240-DB2C-3F7F-F4CD-7B95F236EB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9077" y="5082672"/>
                <a:ext cx="1680809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Left Brace 9">
                <a:extLst>
                  <a:ext uri="{FF2B5EF4-FFF2-40B4-BE49-F238E27FC236}">
                    <a16:creationId xmlns:a16="http://schemas.microsoft.com/office/drawing/2014/main" id="{87B21745-1317-F02B-16DD-1C58711F0096}"/>
                  </a:ext>
                </a:extLst>
              </p:cNvPr>
              <p:cNvSpPr/>
              <p:nvPr/>
            </p:nvSpPr>
            <p:spPr>
              <a:xfrm>
                <a:off x="6607969" y="2830008"/>
                <a:ext cx="186399" cy="2252663"/>
              </a:xfrm>
              <a:prstGeom prst="leftBrace">
                <a:avLst>
                  <a:gd name="adj1" fmla="val 111252"/>
                  <a:gd name="adj2" fmla="val 50155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Left Brace 10">
                <a:extLst>
                  <a:ext uri="{FF2B5EF4-FFF2-40B4-BE49-F238E27FC236}">
                    <a16:creationId xmlns:a16="http://schemas.microsoft.com/office/drawing/2014/main" id="{E94862C2-9BDD-A507-4130-B97668A64770}"/>
                  </a:ext>
                </a:extLst>
              </p:cNvPr>
              <p:cNvSpPr/>
              <p:nvPr/>
            </p:nvSpPr>
            <p:spPr>
              <a:xfrm>
                <a:off x="6607969" y="5082672"/>
                <a:ext cx="187061" cy="434054"/>
              </a:xfrm>
              <a:prstGeom prst="leftBrace">
                <a:avLst>
                  <a:gd name="adj1" fmla="val 111252"/>
                  <a:gd name="adj2" fmla="val 50155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303E87C-098A-9B80-7CEA-D8654BD21C1F}"/>
                      </a:ext>
                    </a:extLst>
                  </p:cNvPr>
                  <p:cNvSpPr txBox="1"/>
                  <p:nvPr/>
                </p:nvSpPr>
                <p:spPr>
                  <a:xfrm>
                    <a:off x="6884735" y="5349237"/>
                    <a:ext cx="362920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 xmlns="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F303E87C-098A-9B80-7CEA-D8654BD21C1F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735" y="5349237"/>
                    <a:ext cx="362920" cy="1692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333" r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8C3B41-9F1E-75ED-2866-FA72EBBBB343}"/>
                      </a:ext>
                    </a:extLst>
                  </p:cNvPr>
                  <p:cNvSpPr txBox="1"/>
                  <p:nvPr/>
                </p:nvSpPr>
                <p:spPr>
                  <a:xfrm>
                    <a:off x="6885773" y="2645403"/>
                    <a:ext cx="413447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 xmlns="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7C8C3B41-9F1E-75ED-2866-FA72EBBBB343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5773" y="2645403"/>
                    <a:ext cx="413447" cy="1692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061" r="-3030"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8A8DBA0-8600-2813-CE1B-FAE0F67FD355}"/>
                      </a:ext>
                    </a:extLst>
                  </p:cNvPr>
                  <p:cNvSpPr txBox="1"/>
                  <p:nvPr/>
                </p:nvSpPr>
                <p:spPr>
                  <a:xfrm>
                    <a:off x="6420261" y="3809252"/>
                    <a:ext cx="159979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 xmlns="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08A8DBA0-8600-2813-CE1B-FAE0F67FD35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0261" y="3809252"/>
                    <a:ext cx="159979" cy="1846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385" r="-7692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733B007-20A0-76B1-83FA-983EF2095BF6}"/>
                      </a:ext>
                    </a:extLst>
                  </p:cNvPr>
                  <p:cNvSpPr txBox="1"/>
                  <p:nvPr/>
                </p:nvSpPr>
                <p:spPr>
                  <a:xfrm>
                    <a:off x="6417086" y="5155006"/>
                    <a:ext cx="16562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 xmlns="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A733B007-20A0-76B1-83FA-983EF2095BF6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17086" y="5155006"/>
                    <a:ext cx="165622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4286" r="-7143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Down Arrow 17">
                <a:extLst>
                  <a:ext uri="{FF2B5EF4-FFF2-40B4-BE49-F238E27FC236}">
                    <a16:creationId xmlns:a16="http://schemas.microsoft.com/office/drawing/2014/main" id="{11B199DD-8347-0584-D4B7-506C9B08669C}"/>
                  </a:ext>
                </a:extLst>
              </p:cNvPr>
              <p:cNvSpPr/>
              <p:nvPr/>
            </p:nvSpPr>
            <p:spPr>
              <a:xfrm>
                <a:off x="7500031" y="2830010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Down Arrow 18">
                <a:extLst>
                  <a:ext uri="{FF2B5EF4-FFF2-40B4-BE49-F238E27FC236}">
                    <a16:creationId xmlns:a16="http://schemas.microsoft.com/office/drawing/2014/main" id="{8029DC76-91B1-E4AD-8F0E-8227CFF1D9ED}"/>
                  </a:ext>
                </a:extLst>
              </p:cNvPr>
              <p:cNvSpPr/>
              <p:nvPr/>
            </p:nvSpPr>
            <p:spPr>
              <a:xfrm rot="10800000">
                <a:off x="7500031" y="2495142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D13E45E-49B8-9D72-5697-9BAE60A57BB8}"/>
                      </a:ext>
                    </a:extLst>
                  </p:cNvPr>
                  <p:cNvSpPr txBox="1"/>
                  <p:nvPr/>
                </p:nvSpPr>
                <p:spPr>
                  <a:xfrm>
                    <a:off x="7626887" y="2406362"/>
                    <a:ext cx="262892" cy="1804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m:rPr>
                              <m:sty m:val="p"/>
                            </m:rPr>
                            <a:rPr lang="en-US" sz="1200" b="0" i="0" baseline="-25000" smtClean="0">
                              <a:latin typeface="Cambria Math" panose="02040503050406030204" pitchFamily="18" charset="0"/>
                            </a:rPr>
                            <m:t>diff</m:t>
                          </m:r>
                        </m:oMath>
                      </m:oMathPara>
                    </a14:m>
                    <a:endParaRPr lang="en-US" sz="1200" baseline="-25000" dirty="0"/>
                  </a:p>
                </p:txBody>
              </p:sp>
            </mc:Choice>
            <mc:Fallback xmlns="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2D13E45E-49B8-9D72-5697-9BAE60A57BB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6887" y="2406362"/>
                    <a:ext cx="262892" cy="18043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636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8E37F473-5ECA-B77E-EADA-4CF9D227ED5D}"/>
                      </a:ext>
                    </a:extLst>
                  </p:cNvPr>
                  <p:cNvSpPr txBox="1"/>
                  <p:nvPr/>
                </p:nvSpPr>
                <p:spPr>
                  <a:xfrm>
                    <a:off x="7632907" y="3054181"/>
                    <a:ext cx="15978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 xmlns="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8E37F473-5ECA-B77E-EADA-4CF9D227ED5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2907" y="3054181"/>
                    <a:ext cx="159787" cy="1846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286" r="-7143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Down Arrow 22">
                <a:extLst>
                  <a:ext uri="{FF2B5EF4-FFF2-40B4-BE49-F238E27FC236}">
                    <a16:creationId xmlns:a16="http://schemas.microsoft.com/office/drawing/2014/main" id="{7E05EFA3-8168-FB4B-BB26-DC253060F3A5}"/>
                  </a:ext>
                </a:extLst>
              </p:cNvPr>
              <p:cNvSpPr/>
              <p:nvPr/>
            </p:nvSpPr>
            <p:spPr>
              <a:xfrm>
                <a:off x="7503332" y="5521979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Down Arrow 23">
                <a:extLst>
                  <a:ext uri="{FF2B5EF4-FFF2-40B4-BE49-F238E27FC236}">
                    <a16:creationId xmlns:a16="http://schemas.microsoft.com/office/drawing/2014/main" id="{3F2862FD-C46D-1246-D841-F7E8BFED5CBB}"/>
                  </a:ext>
                </a:extLst>
              </p:cNvPr>
              <p:cNvSpPr/>
              <p:nvPr/>
            </p:nvSpPr>
            <p:spPr>
              <a:xfrm rot="10800000">
                <a:off x="7503332" y="5187111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E019299-BD7D-1508-27C6-A46A2552FCBE}"/>
                      </a:ext>
                    </a:extLst>
                  </p:cNvPr>
                  <p:cNvSpPr txBox="1"/>
                  <p:nvPr/>
                </p:nvSpPr>
                <p:spPr>
                  <a:xfrm>
                    <a:off x="7630188" y="5101705"/>
                    <a:ext cx="192745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 xmlns="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1E019299-BD7D-1508-27C6-A46A2552FCBE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0188" y="5101705"/>
                    <a:ext cx="192745" cy="1846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500" r="-6250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74E004B-F649-CA3B-8D03-705704A2D685}"/>
                      </a:ext>
                    </a:extLst>
                  </p:cNvPr>
                  <p:cNvSpPr txBox="1"/>
                  <p:nvPr/>
                </p:nvSpPr>
                <p:spPr>
                  <a:xfrm>
                    <a:off x="7636208" y="5729280"/>
                    <a:ext cx="191976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 xmlns="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74E004B-F649-CA3B-8D03-705704A2D685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6208" y="5729280"/>
                    <a:ext cx="191976" cy="1846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750" r="-625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FFBFFFA-A262-4AB2-2A22-8D1FFBCE05FB}"/>
                      </a:ext>
                    </a:extLst>
                  </p:cNvPr>
                  <p:cNvSpPr txBox="1"/>
                  <p:nvPr/>
                </p:nvSpPr>
                <p:spPr>
                  <a:xfrm>
                    <a:off x="8783219" y="3585362"/>
                    <a:ext cx="472502" cy="32137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num>
                            <m:den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den>
                          </m:f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 xmlns="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5FFBFFFA-A262-4AB2-2A22-8D1FFBCE05FB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3219" y="3585362"/>
                    <a:ext cx="472502" cy="32137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63" r="-7895" b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Left Brace 28">
                <a:extLst>
                  <a:ext uri="{FF2B5EF4-FFF2-40B4-BE49-F238E27FC236}">
                    <a16:creationId xmlns:a16="http://schemas.microsoft.com/office/drawing/2014/main" id="{D528EE39-04DE-BBBF-F84C-DD0B51D628E8}"/>
                  </a:ext>
                </a:extLst>
              </p:cNvPr>
              <p:cNvSpPr/>
              <p:nvPr/>
            </p:nvSpPr>
            <p:spPr>
              <a:xfrm rot="10800000">
                <a:off x="8561140" y="2028583"/>
                <a:ext cx="186401" cy="3496765"/>
              </a:xfrm>
              <a:prstGeom prst="leftBrace">
                <a:avLst>
                  <a:gd name="adj1" fmla="val 111252"/>
                  <a:gd name="adj2" fmla="val 50155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C050E213-84C1-1F35-35D2-87DA7E8B1984}"/>
                  </a:ext>
                </a:extLst>
              </p:cNvPr>
              <p:cNvGrpSpPr/>
              <p:nvPr/>
            </p:nvGrpSpPr>
            <p:grpSpPr>
              <a:xfrm>
                <a:off x="8134240" y="4393591"/>
                <a:ext cx="233387" cy="492619"/>
                <a:chOff x="8192296" y="4422619"/>
                <a:chExt cx="233387" cy="492619"/>
              </a:xfrm>
            </p:grpSpPr>
            <p:sp>
              <p:nvSpPr>
                <p:cNvPr id="33" name="Arc 32">
                  <a:extLst>
                    <a:ext uri="{FF2B5EF4-FFF2-40B4-BE49-F238E27FC236}">
                      <a16:creationId xmlns:a16="http://schemas.microsoft.com/office/drawing/2014/main" id="{D00FA52A-8286-5303-DCAE-8C4F9ED89E55}"/>
                    </a:ext>
                  </a:extLst>
                </p:cNvPr>
                <p:cNvSpPr/>
                <p:nvPr/>
              </p:nvSpPr>
              <p:spPr>
                <a:xfrm>
                  <a:off x="8192296" y="4422619"/>
                  <a:ext cx="192745" cy="492619"/>
                </a:xfrm>
                <a:prstGeom prst="arc">
                  <a:avLst>
                    <a:gd name="adj1" fmla="val 3393486"/>
                    <a:gd name="adj2" fmla="val 17501191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0E6B8855-3044-DAF8-0295-44284014B91E}"/>
                    </a:ext>
                  </a:extLst>
                </p:cNvPr>
                <p:cNvSpPr/>
                <p:nvPr/>
              </p:nvSpPr>
              <p:spPr>
                <a:xfrm>
                  <a:off x="8354182" y="460703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A4B08A47-3C00-67D9-5EDC-A1085356E7EF}"/>
                    </a:ext>
                  </a:extLst>
                </p:cNvPr>
                <p:cNvSpPr/>
                <p:nvPr/>
              </p:nvSpPr>
              <p:spPr>
                <a:xfrm>
                  <a:off x="8389107" y="46292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F66373B9-D5E4-C7CC-6241-16C1EE2B22ED}"/>
                    </a:ext>
                  </a:extLst>
                </p:cNvPr>
                <p:cNvSpPr/>
                <p:nvPr/>
              </p:nvSpPr>
              <p:spPr>
                <a:xfrm>
                  <a:off x="8370057" y="454036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C962B00B-F43D-0479-803E-BBC7D35D6BA2}"/>
                    </a:ext>
                  </a:extLst>
                </p:cNvPr>
                <p:cNvSpPr/>
                <p:nvPr/>
              </p:nvSpPr>
              <p:spPr>
                <a:xfrm>
                  <a:off x="8327765" y="4540635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5819A8E4-B442-B69B-445C-F8B83848547E}"/>
                    </a:ext>
                  </a:extLst>
                </p:cNvPr>
                <p:cNvSpPr/>
                <p:nvPr/>
              </p:nvSpPr>
              <p:spPr>
                <a:xfrm>
                  <a:off x="8331957" y="45848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1E81A6D8-0BCC-C6E5-37E8-BBF8B9187D2F}"/>
                  </a:ext>
                </a:extLst>
              </p:cNvPr>
              <p:cNvGrpSpPr/>
              <p:nvPr/>
            </p:nvGrpSpPr>
            <p:grpSpPr>
              <a:xfrm>
                <a:off x="7950849" y="2137824"/>
                <a:ext cx="514145" cy="1562306"/>
                <a:chOff x="8045190" y="2137824"/>
                <a:chExt cx="514145" cy="1562306"/>
              </a:xfrm>
            </p:grpSpPr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C6433A8C-FFFE-0040-7A13-F171166DC633}"/>
                    </a:ext>
                  </a:extLst>
                </p:cNvPr>
                <p:cNvSpPr/>
                <p:nvPr/>
              </p:nvSpPr>
              <p:spPr>
                <a:xfrm>
                  <a:off x="8054723" y="2137824"/>
                  <a:ext cx="504612" cy="1562306"/>
                </a:xfrm>
                <a:prstGeom prst="arc">
                  <a:avLst>
                    <a:gd name="adj1" fmla="val 16200000"/>
                    <a:gd name="adj2" fmla="val 14382097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15B31012-26B7-4A6F-87A3-B5301218377A}"/>
                    </a:ext>
                  </a:extLst>
                </p:cNvPr>
                <p:cNvSpPr/>
                <p:nvPr/>
              </p:nvSpPr>
              <p:spPr>
                <a:xfrm>
                  <a:off x="8045190" y="2476885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4A5C64F2-7C47-BC39-94AD-2BEB1EF54A41}"/>
                    </a:ext>
                  </a:extLst>
                </p:cNvPr>
                <p:cNvSpPr/>
                <p:nvPr/>
              </p:nvSpPr>
              <p:spPr>
                <a:xfrm>
                  <a:off x="8116057" y="24766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F23B2760-AD7F-EF35-CC69-9812C45F6685}"/>
                    </a:ext>
                  </a:extLst>
                </p:cNvPr>
                <p:cNvSpPr/>
                <p:nvPr/>
              </p:nvSpPr>
              <p:spPr>
                <a:xfrm>
                  <a:off x="8049382" y="252106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24341DD9-8F7C-1244-B470-13F223F37935}"/>
                    </a:ext>
                  </a:extLst>
                </p:cNvPr>
                <p:cNvSpPr/>
                <p:nvPr/>
              </p:nvSpPr>
              <p:spPr>
                <a:xfrm>
                  <a:off x="8058907" y="242898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9E917149-CC7C-DCA1-D95F-7DDF6BC6A324}"/>
                    </a:ext>
                  </a:extLst>
                </p:cNvPr>
                <p:cNvSpPr/>
                <p:nvPr/>
              </p:nvSpPr>
              <p:spPr>
                <a:xfrm>
                  <a:off x="8131932" y="240993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BAFA8937-203C-A172-E8C8-1EC1E44E2843}"/>
                    </a:ext>
                  </a:extLst>
                </p:cNvPr>
                <p:cNvSpPr/>
                <p:nvPr/>
              </p:nvSpPr>
              <p:spPr>
                <a:xfrm>
                  <a:off x="8089640" y="24102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F33300E8-1407-1C2C-B929-8D61BDDF9228}"/>
                    </a:ext>
                  </a:extLst>
                </p:cNvPr>
                <p:cNvSpPr/>
                <p:nvPr/>
              </p:nvSpPr>
              <p:spPr>
                <a:xfrm>
                  <a:off x="8093832" y="245438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192AB4C2-F7D5-D580-EC17-CA1AED1E831A}"/>
                  </a:ext>
                </a:extLst>
              </p:cNvPr>
              <p:cNvGrpSpPr/>
              <p:nvPr/>
            </p:nvGrpSpPr>
            <p:grpSpPr>
              <a:xfrm>
                <a:off x="8220520" y="3079230"/>
                <a:ext cx="163366" cy="390750"/>
                <a:chOff x="8231329" y="3021174"/>
                <a:chExt cx="163366" cy="390750"/>
              </a:xfrm>
            </p:grpSpPr>
            <p:sp>
              <p:nvSpPr>
                <p:cNvPr id="35" name="Arc 34">
                  <a:extLst>
                    <a:ext uri="{FF2B5EF4-FFF2-40B4-BE49-F238E27FC236}">
                      <a16:creationId xmlns:a16="http://schemas.microsoft.com/office/drawing/2014/main" id="{92EC5905-A9BD-6F10-521F-43C2615966E6}"/>
                    </a:ext>
                  </a:extLst>
                </p:cNvPr>
                <p:cNvSpPr/>
                <p:nvPr/>
              </p:nvSpPr>
              <p:spPr>
                <a:xfrm>
                  <a:off x="8231329" y="3021174"/>
                  <a:ext cx="114680" cy="390750"/>
                </a:xfrm>
                <a:prstGeom prst="arc">
                  <a:avLst>
                    <a:gd name="adj1" fmla="val 4039734"/>
                    <a:gd name="adj2" fmla="val 17899358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67C7CEF0-9334-78B8-614C-768B89C48528}"/>
                    </a:ext>
                  </a:extLst>
                </p:cNvPr>
                <p:cNvSpPr/>
                <p:nvPr/>
              </p:nvSpPr>
              <p:spPr>
                <a:xfrm>
                  <a:off x="8316082" y="31941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D1FA4EC7-F4AC-47A9-6D38-9148A5FA4729}"/>
                    </a:ext>
                  </a:extLst>
                </p:cNvPr>
                <p:cNvSpPr/>
                <p:nvPr/>
              </p:nvSpPr>
              <p:spPr>
                <a:xfrm>
                  <a:off x="8362690" y="32738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914745D1-F19F-D8D7-4D11-A085F568D51D}"/>
                    </a:ext>
                  </a:extLst>
                </p:cNvPr>
                <p:cNvSpPr/>
                <p:nvPr/>
              </p:nvSpPr>
              <p:spPr>
                <a:xfrm>
                  <a:off x="8296015" y="32357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60DD1A97-851A-95EC-3D95-7FA6BD3FCE33}"/>
                    </a:ext>
                  </a:extLst>
                </p:cNvPr>
                <p:cNvSpPr/>
                <p:nvPr/>
              </p:nvSpPr>
              <p:spPr>
                <a:xfrm>
                  <a:off x="8376407" y="32259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7E70972C-F8B2-AC68-CC96-BE547F005C6D}"/>
                  </a:ext>
                </a:extLst>
              </p:cNvPr>
              <p:cNvGrpSpPr/>
              <p:nvPr/>
            </p:nvGrpSpPr>
            <p:grpSpPr>
              <a:xfrm>
                <a:off x="7507863" y="3694818"/>
                <a:ext cx="438158" cy="914400"/>
                <a:chOff x="8319257" y="3587154"/>
                <a:chExt cx="438158" cy="914400"/>
              </a:xfrm>
            </p:grpSpPr>
            <p:sp>
              <p:nvSpPr>
                <p:cNvPr id="34" name="Arc 33">
                  <a:extLst>
                    <a:ext uri="{FF2B5EF4-FFF2-40B4-BE49-F238E27FC236}">
                      <a16:creationId xmlns:a16="http://schemas.microsoft.com/office/drawing/2014/main" id="{436B9BAC-1AE5-531C-8428-A201E03DE955}"/>
                    </a:ext>
                  </a:extLst>
                </p:cNvPr>
                <p:cNvSpPr/>
                <p:nvPr/>
              </p:nvSpPr>
              <p:spPr>
                <a:xfrm>
                  <a:off x="8364322" y="3587154"/>
                  <a:ext cx="393093" cy="914400"/>
                </a:xfrm>
                <a:prstGeom prst="arc">
                  <a:avLst>
                    <a:gd name="adj1" fmla="val 16664678"/>
                    <a:gd name="adj2" fmla="val 8787281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645BF41F-9691-8A40-CDA7-F288F9636AD4}"/>
                    </a:ext>
                  </a:extLst>
                </p:cNvPr>
                <p:cNvSpPr/>
                <p:nvPr/>
              </p:nvSpPr>
              <p:spPr>
                <a:xfrm>
                  <a:off x="8319257" y="403553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43C10000-6223-B7DE-4F1A-E004DC06EA2C}"/>
                    </a:ext>
                  </a:extLst>
                </p:cNvPr>
                <p:cNvSpPr/>
                <p:nvPr/>
              </p:nvSpPr>
              <p:spPr>
                <a:xfrm>
                  <a:off x="8354182" y="40577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D1373741-B3B9-6357-F0A8-FC988EBDBFFF}"/>
                    </a:ext>
                  </a:extLst>
                </p:cNvPr>
                <p:cNvSpPr/>
                <p:nvPr/>
              </p:nvSpPr>
              <p:spPr>
                <a:xfrm>
                  <a:off x="8335132" y="396886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72E76B2-D190-D44A-7397-04D0F054CF8F}"/>
                    </a:ext>
                  </a:extLst>
                </p:cNvPr>
                <p:cNvSpPr/>
                <p:nvPr/>
              </p:nvSpPr>
              <p:spPr>
                <a:xfrm>
                  <a:off x="8354182" y="41085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E0145C72-24C5-C7F9-6907-76ED564C84D1}"/>
                    </a:ext>
                  </a:extLst>
                </p:cNvPr>
                <p:cNvSpPr/>
                <p:nvPr/>
              </p:nvSpPr>
              <p:spPr>
                <a:xfrm>
                  <a:off x="8334115" y="41501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04C1779B-BBC9-2C06-28FD-4A4F2B2A3103}"/>
                    </a:ext>
                  </a:extLst>
                </p:cNvPr>
                <p:cNvSpPr/>
                <p:nvPr/>
              </p:nvSpPr>
              <p:spPr>
                <a:xfrm>
                  <a:off x="8414507" y="41403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FFCDCD9A-BACD-D242-2706-A2B2D7E124BA}"/>
                  </a:ext>
                </a:extLst>
              </p:cNvPr>
              <p:cNvGrpSpPr/>
              <p:nvPr/>
            </p:nvGrpSpPr>
            <p:grpSpPr>
              <a:xfrm>
                <a:off x="7121015" y="3238847"/>
                <a:ext cx="73025" cy="368830"/>
                <a:chOff x="8704648" y="3073590"/>
                <a:chExt cx="73025" cy="368830"/>
              </a:xfrm>
            </p:grpSpPr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C5619EE1-66EA-6652-19C2-4F86252E15CD}"/>
                    </a:ext>
                  </a:extLst>
                </p:cNvPr>
                <p:cNvSpPr/>
                <p:nvPr/>
              </p:nvSpPr>
              <p:spPr>
                <a:xfrm>
                  <a:off x="8721285" y="3379142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FA39F214-3214-77CA-B3E2-FB9B8055963E}"/>
                    </a:ext>
                  </a:extLst>
                </p:cNvPr>
                <p:cNvSpPr/>
                <p:nvPr/>
              </p:nvSpPr>
              <p:spPr>
                <a:xfrm>
                  <a:off x="8759385" y="3423860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FD2FDD3E-161A-ADD3-14FC-D04EE2687781}"/>
                    </a:ext>
                  </a:extLst>
                </p:cNvPr>
                <p:cNvSpPr/>
                <p:nvPr/>
              </p:nvSpPr>
              <p:spPr>
                <a:xfrm>
                  <a:off x="8707568" y="3424132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4" name="Straight Arrow Connector 143">
                  <a:extLst>
                    <a:ext uri="{FF2B5EF4-FFF2-40B4-BE49-F238E27FC236}">
                      <a16:creationId xmlns:a16="http://schemas.microsoft.com/office/drawing/2014/main" id="{93466255-4981-23BC-BBEF-E80029EB32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158674"/>
                  <a:ext cx="0" cy="17065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>
                  <a:extLst>
                    <a:ext uri="{FF2B5EF4-FFF2-40B4-BE49-F238E27FC236}">
                      <a16:creationId xmlns:a16="http://schemas.microsoft.com/office/drawing/2014/main" id="{69660894-5ADE-6D68-8C69-610E611CA2F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71323" y="3158674"/>
                  <a:ext cx="0" cy="21787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45">
                  <a:extLst>
                    <a:ext uri="{FF2B5EF4-FFF2-40B4-BE49-F238E27FC236}">
                      <a16:creationId xmlns:a16="http://schemas.microsoft.com/office/drawing/2014/main" id="{5800D2C4-D184-0410-ECAC-94EACFBC663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232939"/>
                  <a:ext cx="0" cy="16159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>
                  <a:extLst>
                    <a:ext uri="{FF2B5EF4-FFF2-40B4-BE49-F238E27FC236}">
                      <a16:creationId xmlns:a16="http://schemas.microsoft.com/office/drawing/2014/main" id="{5F3DA0A9-E624-32CB-1AED-C2C7E62E1A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199157"/>
                  <a:ext cx="0" cy="250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>
                  <a:extLst>
                    <a:ext uri="{FF2B5EF4-FFF2-40B4-BE49-F238E27FC236}">
                      <a16:creationId xmlns:a16="http://schemas.microsoft.com/office/drawing/2014/main" id="{C9461356-CC84-8A9D-4B60-E0F52F55588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167406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>
                  <a:extLst>
                    <a:ext uri="{FF2B5EF4-FFF2-40B4-BE49-F238E27FC236}">
                      <a16:creationId xmlns:a16="http://schemas.microsoft.com/office/drawing/2014/main" id="{498981AF-FCAA-89D2-A1AB-ED376E297BE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100957"/>
                  <a:ext cx="0" cy="5136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46232056-6A40-DE24-4B11-91DA33E448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073590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Arrow Connector 150">
                  <a:extLst>
                    <a:ext uri="{FF2B5EF4-FFF2-40B4-BE49-F238E27FC236}">
                      <a16:creationId xmlns:a16="http://schemas.microsoft.com/office/drawing/2014/main" id="{341072CC-70D8-BD66-B22E-7668B94FFE4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71323" y="3127565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Arrow Connector 151">
                  <a:extLst>
                    <a:ext uri="{FF2B5EF4-FFF2-40B4-BE49-F238E27FC236}">
                      <a16:creationId xmlns:a16="http://schemas.microsoft.com/office/drawing/2014/main" id="{D987EFC9-67A5-4DB9-39D1-55862D723A5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343465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Arrow Connector 152">
                  <a:extLst>
                    <a:ext uri="{FF2B5EF4-FFF2-40B4-BE49-F238E27FC236}">
                      <a16:creationId xmlns:a16="http://schemas.microsoft.com/office/drawing/2014/main" id="{D964B792-D603-998B-42E1-AEA1E9301F02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142006"/>
                  <a:ext cx="0" cy="914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3" name="Group 302">
                <a:extLst>
                  <a:ext uri="{FF2B5EF4-FFF2-40B4-BE49-F238E27FC236}">
                    <a16:creationId xmlns:a16="http://schemas.microsoft.com/office/drawing/2014/main" id="{06F7AA0C-AC8D-763E-08DA-083E5249C619}"/>
                  </a:ext>
                </a:extLst>
              </p:cNvPr>
              <p:cNvGrpSpPr/>
              <p:nvPr/>
            </p:nvGrpSpPr>
            <p:grpSpPr>
              <a:xfrm>
                <a:off x="7386761" y="4888989"/>
                <a:ext cx="73025" cy="368830"/>
                <a:chOff x="8786083" y="4825761"/>
                <a:chExt cx="73025" cy="368830"/>
              </a:xfrm>
            </p:grpSpPr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7683459D-580C-6917-510B-1DC864F0EA25}"/>
                    </a:ext>
                  </a:extLst>
                </p:cNvPr>
                <p:cNvSpPr/>
                <p:nvPr/>
              </p:nvSpPr>
              <p:spPr>
                <a:xfrm>
                  <a:off x="8802720" y="513131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BB0508EE-A055-545E-822D-FC8BA5757CD9}"/>
                    </a:ext>
                  </a:extLst>
                </p:cNvPr>
                <p:cNvSpPr/>
                <p:nvPr/>
              </p:nvSpPr>
              <p:spPr>
                <a:xfrm>
                  <a:off x="8840820" y="5176031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0BCAC0BD-6253-8A11-5BB4-1A730D268EC5}"/>
                    </a:ext>
                  </a:extLst>
                </p:cNvPr>
                <p:cNvSpPr/>
                <p:nvPr/>
              </p:nvSpPr>
              <p:spPr>
                <a:xfrm>
                  <a:off x="8789003" y="5176303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7" name="Straight Arrow Connector 156">
                  <a:extLst>
                    <a:ext uri="{FF2B5EF4-FFF2-40B4-BE49-F238E27FC236}">
                      <a16:creationId xmlns:a16="http://schemas.microsoft.com/office/drawing/2014/main" id="{61D36EEA-7A6C-11FA-2F57-424913A6A16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4910845"/>
                  <a:ext cx="0" cy="17065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Arrow Connector 157">
                  <a:extLst>
                    <a:ext uri="{FF2B5EF4-FFF2-40B4-BE49-F238E27FC236}">
                      <a16:creationId xmlns:a16="http://schemas.microsoft.com/office/drawing/2014/main" id="{84339C9C-2703-7832-4C7C-D93E2B20826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52758" y="4910845"/>
                  <a:ext cx="0" cy="21787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Arrow Connector 158">
                  <a:extLst>
                    <a:ext uri="{FF2B5EF4-FFF2-40B4-BE49-F238E27FC236}">
                      <a16:creationId xmlns:a16="http://schemas.microsoft.com/office/drawing/2014/main" id="{33E62E65-F098-B5FC-9ED9-69EA4F78075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985110"/>
                  <a:ext cx="0" cy="16159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>
                  <a:extLst>
                    <a:ext uri="{FF2B5EF4-FFF2-40B4-BE49-F238E27FC236}">
                      <a16:creationId xmlns:a16="http://schemas.microsoft.com/office/drawing/2014/main" id="{0BC5AE52-C928-830B-150D-A9457E69F4A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951328"/>
                  <a:ext cx="0" cy="250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>
                  <a:extLst>
                    <a:ext uri="{FF2B5EF4-FFF2-40B4-BE49-F238E27FC236}">
                      <a16:creationId xmlns:a16="http://schemas.microsoft.com/office/drawing/2014/main" id="{F4D05060-EF58-E44D-0ADE-5DA72B967D2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919577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Arrow Connector 161">
                  <a:extLst>
                    <a:ext uri="{FF2B5EF4-FFF2-40B4-BE49-F238E27FC236}">
                      <a16:creationId xmlns:a16="http://schemas.microsoft.com/office/drawing/2014/main" id="{50C48C4F-5BF3-A1EC-4A7F-891754E2807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4853128"/>
                  <a:ext cx="0" cy="5136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>
                  <a:extLst>
                    <a:ext uri="{FF2B5EF4-FFF2-40B4-BE49-F238E27FC236}">
                      <a16:creationId xmlns:a16="http://schemas.microsoft.com/office/drawing/2014/main" id="{0DBCC92A-FCB6-6120-CB0B-D41E4A66077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4825761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>
                  <a:extLst>
                    <a:ext uri="{FF2B5EF4-FFF2-40B4-BE49-F238E27FC236}">
                      <a16:creationId xmlns:a16="http://schemas.microsoft.com/office/drawing/2014/main" id="{B9F719AE-C66A-75DC-2E35-841A367839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52758" y="4879736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>
                  <a:extLst>
                    <a:ext uri="{FF2B5EF4-FFF2-40B4-BE49-F238E27FC236}">
                      <a16:creationId xmlns:a16="http://schemas.microsoft.com/office/drawing/2014/main" id="{618AE522-B147-07CB-8B5D-E502EBA2A2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5095636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>
                  <a:extLst>
                    <a:ext uri="{FF2B5EF4-FFF2-40B4-BE49-F238E27FC236}">
                      <a16:creationId xmlns:a16="http://schemas.microsoft.com/office/drawing/2014/main" id="{EDD0DE54-57C6-E0E5-7962-16176568C6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894177"/>
                  <a:ext cx="0" cy="914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7C41F23C-3E1A-D924-8FA1-DD44B9C7EF24}"/>
                      </a:ext>
                    </a:extLst>
                  </p:cNvPr>
                  <p:cNvSpPr txBox="1"/>
                  <p:nvPr/>
                </p:nvSpPr>
                <p:spPr>
                  <a:xfrm>
                    <a:off x="6886560" y="4904722"/>
                    <a:ext cx="459357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 xmlns=""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7C41F23C-3E1A-D924-8FA1-DD44B9C7EF2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6560" y="4904722"/>
                    <a:ext cx="459357" cy="1692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405" t="-7143"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2908E241-EDEE-1821-0F97-53820366FADF}"/>
                  </a:ext>
                </a:extLst>
              </p:cNvPr>
              <p:cNvGrpSpPr/>
              <p:nvPr/>
            </p:nvGrpSpPr>
            <p:grpSpPr>
              <a:xfrm>
                <a:off x="7927969" y="4850500"/>
                <a:ext cx="114761" cy="292775"/>
                <a:chOff x="7964254" y="4850500"/>
                <a:chExt cx="114761" cy="292775"/>
              </a:xfrm>
            </p:grpSpPr>
            <p:sp>
              <p:nvSpPr>
                <p:cNvPr id="171" name="Arc 170">
                  <a:extLst>
                    <a:ext uri="{FF2B5EF4-FFF2-40B4-BE49-F238E27FC236}">
                      <a16:creationId xmlns:a16="http://schemas.microsoft.com/office/drawing/2014/main" id="{9C1CE49B-1063-0AFC-0630-3AA1FCCA17B8}"/>
                    </a:ext>
                  </a:extLst>
                </p:cNvPr>
                <p:cNvSpPr/>
                <p:nvPr/>
              </p:nvSpPr>
              <p:spPr>
                <a:xfrm>
                  <a:off x="7964335" y="4850500"/>
                  <a:ext cx="114680" cy="216423"/>
                </a:xfrm>
                <a:prstGeom prst="arc">
                  <a:avLst>
                    <a:gd name="adj1" fmla="val 14776883"/>
                    <a:gd name="adj2" fmla="val 4592000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A184BED6-F629-55CA-B297-3C838ACA62AA}"/>
                    </a:ext>
                  </a:extLst>
                </p:cNvPr>
                <p:cNvSpPr/>
                <p:nvPr/>
              </p:nvSpPr>
              <p:spPr>
                <a:xfrm>
                  <a:off x="7984321" y="5049379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CCF52959-A290-1D60-2E09-10379DEDB689}"/>
                    </a:ext>
                  </a:extLst>
                </p:cNvPr>
                <p:cNvSpPr/>
                <p:nvPr/>
              </p:nvSpPr>
              <p:spPr>
                <a:xfrm>
                  <a:off x="8016806" y="510078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07D4B32F-1BE5-F6C2-4D56-F62EA2B1B230}"/>
                    </a:ext>
                  </a:extLst>
                </p:cNvPr>
                <p:cNvSpPr/>
                <p:nvPr/>
              </p:nvSpPr>
              <p:spPr>
                <a:xfrm>
                  <a:off x="7964254" y="5090926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C6950FE9-6D65-B112-D20F-86241BDF0D88}"/>
                    </a:ext>
                  </a:extLst>
                </p:cNvPr>
                <p:cNvSpPr/>
                <p:nvPr/>
              </p:nvSpPr>
              <p:spPr>
                <a:xfrm>
                  <a:off x="8044646" y="5081129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540F60D4-601B-9074-61C5-A87651903468}"/>
                    </a:ext>
                  </a:extLst>
                </p:cNvPr>
                <p:cNvSpPr/>
                <p:nvPr/>
              </p:nvSpPr>
              <p:spPr>
                <a:xfrm>
                  <a:off x="8013663" y="5134131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D019D7E9-A6BA-F67E-1DA3-E21903B106A4}"/>
                  </a:ext>
                </a:extLst>
              </p:cNvPr>
              <p:cNvSpPr/>
              <p:nvPr/>
            </p:nvSpPr>
            <p:spPr>
              <a:xfrm>
                <a:off x="7936753" y="5383524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4582EF7B-6827-3D22-5F46-7EB2783A9B89}"/>
                  </a:ext>
                </a:extLst>
              </p:cNvPr>
              <p:cNvSpPr/>
              <p:nvPr/>
            </p:nvSpPr>
            <p:spPr>
              <a:xfrm>
                <a:off x="8259985" y="5442548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86CC6469-1274-6D0C-711A-5E242353C59B}"/>
                  </a:ext>
                </a:extLst>
              </p:cNvPr>
              <p:cNvSpPr/>
              <p:nvPr/>
            </p:nvSpPr>
            <p:spPr>
              <a:xfrm>
                <a:off x="8345710" y="542667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6FB5E68B-2FE0-2278-722D-EE1EAEA51D3E}"/>
                  </a:ext>
                </a:extLst>
              </p:cNvPr>
              <p:cNvSpPr/>
              <p:nvPr/>
            </p:nvSpPr>
            <p:spPr>
              <a:xfrm>
                <a:off x="8307228" y="5415515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F38B2435-E93C-4039-C78A-FC167B9C97CA}"/>
                  </a:ext>
                </a:extLst>
              </p:cNvPr>
              <p:cNvSpPr/>
              <p:nvPr/>
            </p:nvSpPr>
            <p:spPr>
              <a:xfrm>
                <a:off x="8147590" y="539111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5F7A8DD1-98F8-0548-91D8-8877EF10649D}"/>
                  </a:ext>
                </a:extLst>
              </p:cNvPr>
              <p:cNvSpPr/>
              <p:nvPr/>
            </p:nvSpPr>
            <p:spPr>
              <a:xfrm>
                <a:off x="8291013" y="5389224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E00E1A7D-68D3-C63E-F366-036B9F6FE35A}"/>
                  </a:ext>
                </a:extLst>
              </p:cNvPr>
              <p:cNvSpPr/>
              <p:nvPr/>
            </p:nvSpPr>
            <p:spPr>
              <a:xfrm flipV="1">
                <a:off x="7870633" y="5381790"/>
                <a:ext cx="407025" cy="45719"/>
              </a:xfrm>
              <a:custGeom>
                <a:avLst/>
                <a:gdLst>
                  <a:gd name="csX0" fmla="*/ 0 w 759204"/>
                  <a:gd name="csY0" fmla="*/ 171991 h 180900"/>
                  <a:gd name="csX1" fmla="*/ 255864 w 759204"/>
                  <a:gd name="csY1" fmla="*/ 16 h 180900"/>
                  <a:gd name="csX2" fmla="*/ 494951 w 759204"/>
                  <a:gd name="csY2" fmla="*/ 180380 h 180900"/>
                  <a:gd name="csX3" fmla="*/ 759204 w 759204"/>
                  <a:gd name="csY3" fmla="*/ 58739 h 180900"/>
                  <a:gd name="csX4" fmla="*/ 759204 w 759204"/>
                  <a:gd name="csY4" fmla="*/ 58739 h 180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59204" h="180900">
                    <a:moveTo>
                      <a:pt x="0" y="171991"/>
                    </a:moveTo>
                    <a:cubicBezTo>
                      <a:pt x="86686" y="85304"/>
                      <a:pt x="173372" y="-1382"/>
                      <a:pt x="255864" y="16"/>
                    </a:cubicBezTo>
                    <a:cubicBezTo>
                      <a:pt x="338356" y="1414"/>
                      <a:pt x="411061" y="170593"/>
                      <a:pt x="494951" y="180380"/>
                    </a:cubicBezTo>
                    <a:cubicBezTo>
                      <a:pt x="578841" y="190167"/>
                      <a:pt x="759204" y="58739"/>
                      <a:pt x="759204" y="58739"/>
                    </a:cubicBezTo>
                    <a:lnTo>
                      <a:pt x="759204" y="58739"/>
                    </a:lnTo>
                  </a:path>
                </a:pathLst>
              </a:custGeom>
              <a:noFill/>
              <a:ln w="3175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804BEC80-DA9B-3D0B-2FC0-3338F72BC6D8}"/>
                </a:ext>
              </a:extLst>
            </p:cNvPr>
            <p:cNvSpPr/>
            <p:nvPr/>
          </p:nvSpPr>
          <p:spPr>
            <a:xfrm>
              <a:off x="7986162" y="53680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66D18F37-7EB9-5063-9029-7CA6D4AFA631}"/>
                </a:ext>
              </a:extLst>
            </p:cNvPr>
            <p:cNvSpPr/>
            <p:nvPr/>
          </p:nvSpPr>
          <p:spPr>
            <a:xfrm>
              <a:off x="8100666" y="5406836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0D6933CF-1182-58E7-806D-33D8BBC93CEB}"/>
              </a:ext>
            </a:extLst>
          </p:cNvPr>
          <p:cNvSpPr txBox="1"/>
          <p:nvPr/>
        </p:nvSpPr>
        <p:spPr>
          <a:xfrm>
            <a:off x="4620986" y="8164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35123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4EAA8E-258E-2E3C-8E94-8A948E0FC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Arc 37">
            <a:extLst>
              <a:ext uri="{FF2B5EF4-FFF2-40B4-BE49-F238E27FC236}">
                <a16:creationId xmlns:a16="http://schemas.microsoft.com/office/drawing/2014/main" id="{BB69D8D5-B348-A355-B3E6-8586D4BC7D91}"/>
              </a:ext>
            </a:extLst>
          </p:cNvPr>
          <p:cNvSpPr/>
          <p:nvPr/>
        </p:nvSpPr>
        <p:spPr>
          <a:xfrm>
            <a:off x="9822982" y="5478774"/>
            <a:ext cx="513050" cy="469896"/>
          </a:xfrm>
          <a:prstGeom prst="arc">
            <a:avLst>
              <a:gd name="adj1" fmla="val 12063965"/>
              <a:gd name="adj2" fmla="val 18169913"/>
            </a:avLst>
          </a:prstGeom>
          <a:ln w="3175">
            <a:solidFill>
              <a:schemeClr val="tx1"/>
            </a:solidFill>
            <a:tailEnd type="triangl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Oval 189">
            <a:extLst>
              <a:ext uri="{FF2B5EF4-FFF2-40B4-BE49-F238E27FC236}">
                <a16:creationId xmlns:a16="http://schemas.microsoft.com/office/drawing/2014/main" id="{FD1472D0-D10D-4997-4971-5D9C0BDB722C}"/>
              </a:ext>
            </a:extLst>
          </p:cNvPr>
          <p:cNvSpPr/>
          <p:nvPr/>
        </p:nvSpPr>
        <p:spPr>
          <a:xfrm>
            <a:off x="9965773" y="5197479"/>
            <a:ext cx="82296" cy="64008"/>
          </a:xfrm>
          <a:prstGeom prst="ellipse">
            <a:avLst/>
          </a:prstGeom>
          <a:solidFill>
            <a:srgbClr val="D27D4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Oval 190">
            <a:extLst>
              <a:ext uri="{FF2B5EF4-FFF2-40B4-BE49-F238E27FC236}">
                <a16:creationId xmlns:a16="http://schemas.microsoft.com/office/drawing/2014/main" id="{C50FB753-BB31-08ED-F9B3-C2EC4DE922E1}"/>
              </a:ext>
            </a:extLst>
          </p:cNvPr>
          <p:cNvSpPr/>
          <p:nvPr/>
        </p:nvSpPr>
        <p:spPr>
          <a:xfrm>
            <a:off x="10182174" y="5357419"/>
            <a:ext cx="36576" cy="27432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Oval 191">
            <a:extLst>
              <a:ext uri="{FF2B5EF4-FFF2-40B4-BE49-F238E27FC236}">
                <a16:creationId xmlns:a16="http://schemas.microsoft.com/office/drawing/2014/main" id="{0DAB3BB3-F9DF-427E-5563-DA6BA01BCCA9}"/>
              </a:ext>
            </a:extLst>
          </p:cNvPr>
          <p:cNvSpPr/>
          <p:nvPr/>
        </p:nvSpPr>
        <p:spPr>
          <a:xfrm>
            <a:off x="10064565" y="4861566"/>
            <a:ext cx="27432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3" name="Oval 192">
            <a:extLst>
              <a:ext uri="{FF2B5EF4-FFF2-40B4-BE49-F238E27FC236}">
                <a16:creationId xmlns:a16="http://schemas.microsoft.com/office/drawing/2014/main" id="{7AB00BDF-BAA3-4DC8-F1F5-858781B2D03D}"/>
              </a:ext>
            </a:extLst>
          </p:cNvPr>
          <p:cNvSpPr/>
          <p:nvPr/>
        </p:nvSpPr>
        <p:spPr>
          <a:xfrm>
            <a:off x="10135432" y="4861294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5" name="Oval 194">
            <a:extLst>
              <a:ext uri="{FF2B5EF4-FFF2-40B4-BE49-F238E27FC236}">
                <a16:creationId xmlns:a16="http://schemas.microsoft.com/office/drawing/2014/main" id="{0631A3C1-7B40-32B5-3404-7DBF0BC7230F}"/>
              </a:ext>
            </a:extLst>
          </p:cNvPr>
          <p:cNvSpPr/>
          <p:nvPr/>
        </p:nvSpPr>
        <p:spPr>
          <a:xfrm>
            <a:off x="10068757" y="4905744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Oval 195">
            <a:extLst>
              <a:ext uri="{FF2B5EF4-FFF2-40B4-BE49-F238E27FC236}">
                <a16:creationId xmlns:a16="http://schemas.microsoft.com/office/drawing/2014/main" id="{587B7F43-FFF6-B81E-60F0-3C5D2A053101}"/>
              </a:ext>
            </a:extLst>
          </p:cNvPr>
          <p:cNvSpPr/>
          <p:nvPr/>
        </p:nvSpPr>
        <p:spPr>
          <a:xfrm>
            <a:off x="9680210" y="5386301"/>
            <a:ext cx="36576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2" name="Oval 201">
            <a:extLst>
              <a:ext uri="{FF2B5EF4-FFF2-40B4-BE49-F238E27FC236}">
                <a16:creationId xmlns:a16="http://schemas.microsoft.com/office/drawing/2014/main" id="{5589D030-D99D-1301-2681-B60AFC94B49B}"/>
              </a:ext>
            </a:extLst>
          </p:cNvPr>
          <p:cNvSpPr/>
          <p:nvPr/>
        </p:nvSpPr>
        <p:spPr>
          <a:xfrm>
            <a:off x="10416331" y="5740905"/>
            <a:ext cx="27432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3" name="Oval 202">
            <a:extLst>
              <a:ext uri="{FF2B5EF4-FFF2-40B4-BE49-F238E27FC236}">
                <a16:creationId xmlns:a16="http://schemas.microsoft.com/office/drawing/2014/main" id="{A1D2B985-68E4-B6A6-CA5F-8D247174B106}"/>
              </a:ext>
            </a:extLst>
          </p:cNvPr>
          <p:cNvSpPr/>
          <p:nvPr/>
        </p:nvSpPr>
        <p:spPr>
          <a:xfrm>
            <a:off x="10381406" y="5718680"/>
            <a:ext cx="27432" cy="18288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Oval 203">
            <a:extLst>
              <a:ext uri="{FF2B5EF4-FFF2-40B4-BE49-F238E27FC236}">
                <a16:creationId xmlns:a16="http://schemas.microsoft.com/office/drawing/2014/main" id="{BEC45822-C1D6-3173-BF7D-9A3D845BE65D}"/>
              </a:ext>
            </a:extLst>
          </p:cNvPr>
          <p:cNvSpPr/>
          <p:nvPr/>
        </p:nvSpPr>
        <p:spPr>
          <a:xfrm>
            <a:off x="10230682" y="4883519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5" name="Oval 204">
            <a:extLst>
              <a:ext uri="{FF2B5EF4-FFF2-40B4-BE49-F238E27FC236}">
                <a16:creationId xmlns:a16="http://schemas.microsoft.com/office/drawing/2014/main" id="{5A27CE42-9427-0436-7452-97CFAAE90FB5}"/>
              </a:ext>
            </a:extLst>
          </p:cNvPr>
          <p:cNvSpPr/>
          <p:nvPr/>
        </p:nvSpPr>
        <p:spPr>
          <a:xfrm>
            <a:off x="10458623" y="5750158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Arc 205">
            <a:extLst>
              <a:ext uri="{FF2B5EF4-FFF2-40B4-BE49-F238E27FC236}">
                <a16:creationId xmlns:a16="http://schemas.microsoft.com/office/drawing/2014/main" id="{76840096-0F98-798E-97D6-D400485A15A8}"/>
              </a:ext>
            </a:extLst>
          </p:cNvPr>
          <p:cNvSpPr/>
          <p:nvPr/>
        </p:nvSpPr>
        <p:spPr>
          <a:xfrm>
            <a:off x="9994365" y="4772394"/>
            <a:ext cx="277687" cy="914400"/>
          </a:xfrm>
          <a:prstGeom prst="arc">
            <a:avLst>
              <a:gd name="adj1" fmla="val 13045163"/>
              <a:gd name="adj2" fmla="val 14940207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Arc 206">
            <a:extLst>
              <a:ext uri="{FF2B5EF4-FFF2-40B4-BE49-F238E27FC236}">
                <a16:creationId xmlns:a16="http://schemas.microsoft.com/office/drawing/2014/main" id="{F195B8E8-25C6-9242-8B86-D45C4BAA36D2}"/>
              </a:ext>
            </a:extLst>
          </p:cNvPr>
          <p:cNvSpPr/>
          <p:nvPr/>
        </p:nvSpPr>
        <p:spPr>
          <a:xfrm>
            <a:off x="10002351" y="4789870"/>
            <a:ext cx="922171" cy="1191237"/>
          </a:xfrm>
          <a:prstGeom prst="arc">
            <a:avLst>
              <a:gd name="adj1" fmla="val 12917934"/>
              <a:gd name="adj2" fmla="val 14596855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8" name="Arc 207">
            <a:extLst>
              <a:ext uri="{FF2B5EF4-FFF2-40B4-BE49-F238E27FC236}">
                <a16:creationId xmlns:a16="http://schemas.microsoft.com/office/drawing/2014/main" id="{E74CC63A-18C8-56E1-3BF6-C134D1CF1443}"/>
              </a:ext>
            </a:extLst>
          </p:cNvPr>
          <p:cNvSpPr/>
          <p:nvPr/>
        </p:nvSpPr>
        <p:spPr>
          <a:xfrm>
            <a:off x="9991095" y="4731563"/>
            <a:ext cx="620692" cy="1411146"/>
          </a:xfrm>
          <a:prstGeom prst="arc">
            <a:avLst>
              <a:gd name="adj1" fmla="val 13352091"/>
              <a:gd name="adj2" fmla="val 13501965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Arc 208">
            <a:extLst>
              <a:ext uri="{FF2B5EF4-FFF2-40B4-BE49-F238E27FC236}">
                <a16:creationId xmlns:a16="http://schemas.microsoft.com/office/drawing/2014/main" id="{DCADEF17-0EDC-3B8C-561E-F1288A726412}"/>
              </a:ext>
            </a:extLst>
          </p:cNvPr>
          <p:cNvSpPr/>
          <p:nvPr/>
        </p:nvSpPr>
        <p:spPr>
          <a:xfrm>
            <a:off x="10001494" y="4793312"/>
            <a:ext cx="922171" cy="1191237"/>
          </a:xfrm>
          <a:prstGeom prst="arc">
            <a:avLst>
              <a:gd name="adj1" fmla="val 12391036"/>
              <a:gd name="adj2" fmla="val 12525416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0" name="Arc 209">
            <a:extLst>
              <a:ext uri="{FF2B5EF4-FFF2-40B4-BE49-F238E27FC236}">
                <a16:creationId xmlns:a16="http://schemas.microsoft.com/office/drawing/2014/main" id="{67547D60-F5ED-C9A3-498E-93EE05B8D100}"/>
              </a:ext>
            </a:extLst>
          </p:cNvPr>
          <p:cNvSpPr/>
          <p:nvPr/>
        </p:nvSpPr>
        <p:spPr>
          <a:xfrm>
            <a:off x="10001494" y="4793312"/>
            <a:ext cx="922171" cy="1191237"/>
          </a:xfrm>
          <a:prstGeom prst="arc">
            <a:avLst>
              <a:gd name="adj1" fmla="val 12576106"/>
              <a:gd name="adj2" fmla="val 12857701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1" name="Arc 210">
            <a:extLst>
              <a:ext uri="{FF2B5EF4-FFF2-40B4-BE49-F238E27FC236}">
                <a16:creationId xmlns:a16="http://schemas.microsoft.com/office/drawing/2014/main" id="{01BBF0ED-650A-4F5C-62E5-7D38A3381892}"/>
              </a:ext>
            </a:extLst>
          </p:cNvPr>
          <p:cNvSpPr/>
          <p:nvPr/>
        </p:nvSpPr>
        <p:spPr>
          <a:xfrm>
            <a:off x="9992945" y="4728216"/>
            <a:ext cx="620692" cy="1411146"/>
          </a:xfrm>
          <a:prstGeom prst="arc">
            <a:avLst>
              <a:gd name="adj1" fmla="val 13567197"/>
              <a:gd name="adj2" fmla="val 14635106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Arc 211">
            <a:extLst>
              <a:ext uri="{FF2B5EF4-FFF2-40B4-BE49-F238E27FC236}">
                <a16:creationId xmlns:a16="http://schemas.microsoft.com/office/drawing/2014/main" id="{736EDA2A-3301-8544-255C-69979509FF2C}"/>
              </a:ext>
            </a:extLst>
          </p:cNvPr>
          <p:cNvSpPr/>
          <p:nvPr/>
        </p:nvSpPr>
        <p:spPr>
          <a:xfrm>
            <a:off x="9992945" y="4725041"/>
            <a:ext cx="620692" cy="1411146"/>
          </a:xfrm>
          <a:prstGeom prst="arc">
            <a:avLst>
              <a:gd name="adj1" fmla="val 14679441"/>
              <a:gd name="adj2" fmla="val 14777388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3" name="Arc 212">
            <a:extLst>
              <a:ext uri="{FF2B5EF4-FFF2-40B4-BE49-F238E27FC236}">
                <a16:creationId xmlns:a16="http://schemas.microsoft.com/office/drawing/2014/main" id="{B5C48754-1C27-5FD4-2F78-84731E712531}"/>
              </a:ext>
            </a:extLst>
          </p:cNvPr>
          <p:cNvSpPr/>
          <p:nvPr/>
        </p:nvSpPr>
        <p:spPr>
          <a:xfrm>
            <a:off x="9993940" y="4772367"/>
            <a:ext cx="277687" cy="914400"/>
          </a:xfrm>
          <a:prstGeom prst="arc">
            <a:avLst>
              <a:gd name="adj1" fmla="val 12097014"/>
              <a:gd name="adj2" fmla="val 12811938"/>
            </a:avLst>
          </a:prstGeom>
          <a:ln w="3175">
            <a:solidFill>
              <a:schemeClr val="tx1"/>
            </a:solidFill>
            <a:tailEnd type="none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8" name="Oval 227">
            <a:extLst>
              <a:ext uri="{FF2B5EF4-FFF2-40B4-BE49-F238E27FC236}">
                <a16:creationId xmlns:a16="http://schemas.microsoft.com/office/drawing/2014/main" id="{CF62439E-E8A8-AB05-4AE6-FD2F0F2EBEF9}"/>
              </a:ext>
            </a:extLst>
          </p:cNvPr>
          <p:cNvSpPr/>
          <p:nvPr/>
        </p:nvSpPr>
        <p:spPr>
          <a:xfrm>
            <a:off x="10416209" y="5665292"/>
            <a:ext cx="18288" cy="9144"/>
          </a:xfrm>
          <a:prstGeom prst="ellipse">
            <a:avLst/>
          </a:prstGeom>
          <a:solidFill>
            <a:srgbClr val="E28644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74AFA829-2427-3046-859F-3640AF19BE83}"/>
              </a:ext>
            </a:extLst>
          </p:cNvPr>
          <p:cNvGrpSpPr/>
          <p:nvPr/>
        </p:nvGrpSpPr>
        <p:grpSpPr>
          <a:xfrm>
            <a:off x="6417086" y="2028583"/>
            <a:ext cx="2838635" cy="3885363"/>
            <a:chOff x="6417086" y="2028583"/>
            <a:chExt cx="2838635" cy="3885363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73AEC04F-A2EA-DDCD-9C2B-AE366FF4EF4D}"/>
                </a:ext>
              </a:extLst>
            </p:cNvPr>
            <p:cNvGrpSpPr/>
            <p:nvPr/>
          </p:nvGrpSpPr>
          <p:grpSpPr>
            <a:xfrm>
              <a:off x="6417086" y="2028583"/>
              <a:ext cx="2838635" cy="3885363"/>
              <a:chOff x="6417086" y="2028583"/>
              <a:chExt cx="2838635" cy="3885363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AC392B68-BEA6-8293-5307-C657B1396663}"/>
                  </a:ext>
                </a:extLst>
              </p:cNvPr>
              <p:cNvSpPr/>
              <p:nvPr/>
            </p:nvSpPr>
            <p:spPr>
              <a:xfrm>
                <a:off x="6839077" y="2028585"/>
                <a:ext cx="1680809" cy="3492539"/>
              </a:xfrm>
              <a:prstGeom prst="rect">
                <a:avLst/>
              </a:prstGeom>
              <a:gradFill>
                <a:gsLst>
                  <a:gs pos="0">
                    <a:schemeClr val="bg1"/>
                  </a:gs>
                  <a:gs pos="11000">
                    <a:schemeClr val="bg1"/>
                  </a:gs>
                  <a:gs pos="83000">
                    <a:srgbClr val="EBB675"/>
                  </a:gs>
                  <a:gs pos="100000">
                    <a:srgbClr val="E28644"/>
                  </a:gs>
                </a:gsLst>
                <a:lin ang="5400000" scaled="1"/>
              </a:gradFill>
              <a:ln w="635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6" name="Straight Connector 5">
                <a:extLst>
                  <a:ext uri="{FF2B5EF4-FFF2-40B4-BE49-F238E27FC236}">
                    <a16:creationId xmlns:a16="http://schemas.microsoft.com/office/drawing/2014/main" id="{AB2DD448-4728-BAD6-EA95-FF358C611AF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9077" y="2830010"/>
                <a:ext cx="1680809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Straight Connector 7">
                <a:extLst>
                  <a:ext uri="{FF2B5EF4-FFF2-40B4-BE49-F238E27FC236}">
                    <a16:creationId xmlns:a16="http://schemas.microsoft.com/office/drawing/2014/main" id="{318F82F2-87A5-416C-E3FA-83A1E3FFB85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6839077" y="5082672"/>
                <a:ext cx="1680809" cy="0"/>
              </a:xfrm>
              <a:prstGeom prst="line">
                <a:avLst/>
              </a:prstGeom>
              <a:ln w="6350">
                <a:solidFill>
                  <a:schemeClr val="tx1"/>
                </a:solidFill>
                <a:prstDash val="dashDot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0" name="Left Brace 9">
                <a:extLst>
                  <a:ext uri="{FF2B5EF4-FFF2-40B4-BE49-F238E27FC236}">
                    <a16:creationId xmlns:a16="http://schemas.microsoft.com/office/drawing/2014/main" id="{62A28017-79B2-0E89-638C-556C8F1761AA}"/>
                  </a:ext>
                </a:extLst>
              </p:cNvPr>
              <p:cNvSpPr/>
              <p:nvPr/>
            </p:nvSpPr>
            <p:spPr>
              <a:xfrm>
                <a:off x="6607969" y="2830008"/>
                <a:ext cx="186399" cy="2252663"/>
              </a:xfrm>
              <a:prstGeom prst="leftBrace">
                <a:avLst>
                  <a:gd name="adj1" fmla="val 111252"/>
                  <a:gd name="adj2" fmla="val 50155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" name="Left Brace 10">
                <a:extLst>
                  <a:ext uri="{FF2B5EF4-FFF2-40B4-BE49-F238E27FC236}">
                    <a16:creationId xmlns:a16="http://schemas.microsoft.com/office/drawing/2014/main" id="{F05A658A-4BF2-2E9B-0D0C-3EAB22132988}"/>
                  </a:ext>
                </a:extLst>
              </p:cNvPr>
              <p:cNvSpPr/>
              <p:nvPr/>
            </p:nvSpPr>
            <p:spPr>
              <a:xfrm>
                <a:off x="6607969" y="5082672"/>
                <a:ext cx="187061" cy="434054"/>
              </a:xfrm>
              <a:prstGeom prst="leftBrace">
                <a:avLst>
                  <a:gd name="adj1" fmla="val 111252"/>
                  <a:gd name="adj2" fmla="val 50155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8BB945-0097-7D23-DB94-546AEFB5D65A}"/>
                      </a:ext>
                    </a:extLst>
                  </p:cNvPr>
                  <p:cNvSpPr txBox="1"/>
                  <p:nvPr/>
                </p:nvSpPr>
                <p:spPr>
                  <a:xfrm>
                    <a:off x="6884735" y="5349237"/>
                    <a:ext cx="362920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>
              <p:sp>
                <p:nvSpPr>
                  <p:cNvPr id="12" name="TextBox 11">
                    <a:extLst>
                      <a:ext uri="{FF2B5EF4-FFF2-40B4-BE49-F238E27FC236}">
                        <a16:creationId xmlns:a16="http://schemas.microsoft.com/office/drawing/2014/main" id="{DD8BB945-0097-7D23-DB94-546AEFB5D65A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4735" y="5349237"/>
                    <a:ext cx="362920" cy="169277"/>
                  </a:xfrm>
                  <a:prstGeom prst="rect">
                    <a:avLst/>
                  </a:prstGeom>
                  <a:blipFill>
                    <a:blip r:embed="rId2"/>
                    <a:stretch>
                      <a:fillRect l="-3333" r="-1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1026770-7874-8CC8-E808-22F49073217D}"/>
                      </a:ext>
                    </a:extLst>
                  </p:cNvPr>
                  <p:cNvSpPr txBox="1"/>
                  <p:nvPr/>
                </p:nvSpPr>
                <p:spPr>
                  <a:xfrm>
                    <a:off x="6885773" y="2645403"/>
                    <a:ext cx="413447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>
              <p:sp>
                <p:nvSpPr>
                  <p:cNvPr id="14" name="TextBox 13">
                    <a:extLst>
                      <a:ext uri="{FF2B5EF4-FFF2-40B4-BE49-F238E27FC236}">
                        <a16:creationId xmlns:a16="http://schemas.microsoft.com/office/drawing/2014/main" id="{51026770-7874-8CC8-E808-22F49073217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5773" y="2645403"/>
                    <a:ext cx="413447" cy="169277"/>
                  </a:xfrm>
                  <a:prstGeom prst="rect">
                    <a:avLst/>
                  </a:prstGeom>
                  <a:blipFill>
                    <a:blip r:embed="rId3"/>
                    <a:stretch>
                      <a:fillRect l="-6061" r="-3030"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36267C2B-A4BD-43AF-4355-C102A6BBB852}"/>
                      </a:ext>
                    </a:extLst>
                  </p:cNvPr>
                  <p:cNvSpPr txBox="1"/>
                  <p:nvPr/>
                </p:nvSpPr>
                <p:spPr>
                  <a:xfrm>
                    <a:off x="6420261" y="3809252"/>
                    <a:ext cx="159979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𝑎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15" name="TextBox 14">
                    <a:extLst>
                      <a:ext uri="{FF2B5EF4-FFF2-40B4-BE49-F238E27FC236}">
                        <a16:creationId xmlns:a16="http://schemas.microsoft.com/office/drawing/2014/main" id="{36267C2B-A4BD-43AF-4355-C102A6BBB85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20261" y="3809252"/>
                    <a:ext cx="159979" cy="184666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l="-15385" r="-7692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E9B020B-918F-BE21-0548-ACD6848FA819}"/>
                      </a:ext>
                    </a:extLst>
                  </p:cNvPr>
                  <p:cNvSpPr txBox="1"/>
                  <p:nvPr/>
                </p:nvSpPr>
                <p:spPr>
                  <a:xfrm>
                    <a:off x="6417086" y="5155006"/>
                    <a:ext cx="165622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16" name="TextBox 15">
                    <a:extLst>
                      <a:ext uri="{FF2B5EF4-FFF2-40B4-BE49-F238E27FC236}">
                        <a16:creationId xmlns:a16="http://schemas.microsoft.com/office/drawing/2014/main" id="{9E9B020B-918F-BE21-0548-ACD6848FA819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17086" y="5155006"/>
                    <a:ext cx="165622" cy="184666"/>
                  </a:xfrm>
                  <a:prstGeom prst="rect">
                    <a:avLst/>
                  </a:prstGeom>
                  <a:blipFill>
                    <a:blip r:embed="rId5"/>
                    <a:stretch>
                      <a:fillRect l="-14286" r="-7143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18" name="Down Arrow 17">
                <a:extLst>
                  <a:ext uri="{FF2B5EF4-FFF2-40B4-BE49-F238E27FC236}">
                    <a16:creationId xmlns:a16="http://schemas.microsoft.com/office/drawing/2014/main" id="{BF14C473-B4FA-18CA-3C4B-F344623AE5C9}"/>
                  </a:ext>
                </a:extLst>
              </p:cNvPr>
              <p:cNvSpPr/>
              <p:nvPr/>
            </p:nvSpPr>
            <p:spPr>
              <a:xfrm>
                <a:off x="7500031" y="2830010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" name="Down Arrow 18">
                <a:extLst>
                  <a:ext uri="{FF2B5EF4-FFF2-40B4-BE49-F238E27FC236}">
                    <a16:creationId xmlns:a16="http://schemas.microsoft.com/office/drawing/2014/main" id="{90E4C2D9-39B5-BCDF-5C93-38EC8C59F21A}"/>
                  </a:ext>
                </a:extLst>
              </p:cNvPr>
              <p:cNvSpPr/>
              <p:nvPr/>
            </p:nvSpPr>
            <p:spPr>
              <a:xfrm rot="10800000">
                <a:off x="7500031" y="2495142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A2B799F-6864-1216-D020-05959B69092C}"/>
                      </a:ext>
                    </a:extLst>
                  </p:cNvPr>
                  <p:cNvSpPr txBox="1"/>
                  <p:nvPr/>
                </p:nvSpPr>
                <p:spPr>
                  <a:xfrm>
                    <a:off x="7626887" y="2406362"/>
                    <a:ext cx="262892" cy="180434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200" b="0" i="1" smtClean="0">
                              <a:latin typeface="Cambria Math" panose="02040503050406030204" pitchFamily="18" charset="0"/>
                            </a:rPr>
                            <m:t>𝐹</m:t>
                          </m:r>
                          <m:r>
                            <m:rPr>
                              <m:sty m:val="p"/>
                            </m:rPr>
                            <a:rPr lang="en-US" sz="1200" b="0" i="0" baseline="-25000" smtClean="0">
                              <a:latin typeface="Cambria Math" panose="02040503050406030204" pitchFamily="18" charset="0"/>
                            </a:rPr>
                            <m:t>diff</m:t>
                          </m:r>
                        </m:oMath>
                      </m:oMathPara>
                    </a14:m>
                    <a:endParaRPr lang="en-US" sz="1200" baseline="-25000" dirty="0"/>
                  </a:p>
                </p:txBody>
              </p:sp>
            </mc:Choice>
            <mc:Fallback>
              <p:sp>
                <p:nvSpPr>
                  <p:cNvPr id="20" name="TextBox 19">
                    <a:extLst>
                      <a:ext uri="{FF2B5EF4-FFF2-40B4-BE49-F238E27FC236}">
                        <a16:creationId xmlns:a16="http://schemas.microsoft.com/office/drawing/2014/main" id="{EA2B799F-6864-1216-D020-05959B69092C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26887" y="2406362"/>
                    <a:ext cx="262892" cy="180434"/>
                  </a:xfrm>
                  <a:prstGeom prst="rect">
                    <a:avLst/>
                  </a:prstGeom>
                  <a:blipFill>
                    <a:blip r:embed="rId6"/>
                    <a:stretch>
                      <a:fillRect l="-13636" r="-9091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AC492D7-D028-DA35-8203-C29E3C2ABC17}"/>
                      </a:ext>
                    </a:extLst>
                  </p:cNvPr>
                  <p:cNvSpPr txBox="1"/>
                  <p:nvPr/>
                </p:nvSpPr>
                <p:spPr>
                  <a:xfrm>
                    <a:off x="7632907" y="3054181"/>
                    <a:ext cx="159787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21" name="TextBox 20">
                    <a:extLst>
                      <a:ext uri="{FF2B5EF4-FFF2-40B4-BE49-F238E27FC236}">
                        <a16:creationId xmlns:a16="http://schemas.microsoft.com/office/drawing/2014/main" id="{CAC492D7-D028-DA35-8203-C29E3C2ABC1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2907" y="3054181"/>
                    <a:ext cx="159787" cy="18466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l="-14286" r="-7143" b="-1333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3" name="Down Arrow 22">
                <a:extLst>
                  <a:ext uri="{FF2B5EF4-FFF2-40B4-BE49-F238E27FC236}">
                    <a16:creationId xmlns:a16="http://schemas.microsoft.com/office/drawing/2014/main" id="{900BC0C8-3A89-BA7A-5EBE-6214AC6F4B1E}"/>
                  </a:ext>
                </a:extLst>
              </p:cNvPr>
              <p:cNvSpPr/>
              <p:nvPr/>
            </p:nvSpPr>
            <p:spPr>
              <a:xfrm>
                <a:off x="7503332" y="5521979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4" name="Down Arrow 23">
                <a:extLst>
                  <a:ext uri="{FF2B5EF4-FFF2-40B4-BE49-F238E27FC236}">
                    <a16:creationId xmlns:a16="http://schemas.microsoft.com/office/drawing/2014/main" id="{39696314-556F-252A-E613-7B48E98BFFD0}"/>
                  </a:ext>
                </a:extLst>
              </p:cNvPr>
              <p:cNvSpPr/>
              <p:nvPr/>
            </p:nvSpPr>
            <p:spPr>
              <a:xfrm rot="10800000">
                <a:off x="7503332" y="5187111"/>
                <a:ext cx="126856" cy="334867"/>
              </a:xfrm>
              <a:prstGeom prst="downArrow">
                <a:avLst>
                  <a:gd name="adj1" fmla="val 50000"/>
                  <a:gd name="adj2" fmla="val 119119"/>
                </a:avLst>
              </a:prstGeom>
              <a:noFill/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0FD4C9B-6A99-FA75-05FE-029AFFE76990}"/>
                      </a:ext>
                    </a:extLst>
                  </p:cNvPr>
                  <p:cNvSpPr txBox="1"/>
                  <p:nvPr/>
                </p:nvSpPr>
                <p:spPr>
                  <a:xfrm>
                    <a:off x="7630188" y="5101705"/>
                    <a:ext cx="192745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𝐸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25" name="TextBox 24">
                    <a:extLst>
                      <a:ext uri="{FF2B5EF4-FFF2-40B4-BE49-F238E27FC236}">
                        <a16:creationId xmlns:a16="http://schemas.microsoft.com/office/drawing/2014/main" id="{80FD4C9B-6A99-FA75-05FE-029AFFE76990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0188" y="5101705"/>
                    <a:ext cx="192745" cy="184666"/>
                  </a:xfrm>
                  <a:prstGeom prst="rect">
                    <a:avLst/>
                  </a:prstGeom>
                  <a:blipFill>
                    <a:blip r:embed="rId8"/>
                    <a:stretch>
                      <a:fillRect l="-12500" r="-6250" b="-125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754A0D0-1F74-85D4-5501-B6566BDE1FBD}"/>
                      </a:ext>
                    </a:extLst>
                  </p:cNvPr>
                  <p:cNvSpPr txBox="1"/>
                  <p:nvPr/>
                </p:nvSpPr>
                <p:spPr>
                  <a:xfrm>
                    <a:off x="7636208" y="5729280"/>
                    <a:ext cx="191976" cy="184666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𝐹</m:t>
                              </m:r>
                            </m:e>
                            <m:sub>
                              <m:r>
                                <a:rPr lang="en-US" sz="1200" b="0" i="1" smtClean="0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</m:sub>
                          </m:sSub>
                        </m:oMath>
                      </m:oMathPara>
                    </a14:m>
                    <a:endParaRPr lang="en-US" sz="1200" i="1" dirty="0"/>
                  </a:p>
                </p:txBody>
              </p:sp>
            </mc:Choice>
            <mc:Fallback>
              <p:sp>
                <p:nvSpPr>
                  <p:cNvPr id="26" name="TextBox 25">
                    <a:extLst>
                      <a:ext uri="{FF2B5EF4-FFF2-40B4-BE49-F238E27FC236}">
                        <a16:creationId xmlns:a16="http://schemas.microsoft.com/office/drawing/2014/main" id="{E754A0D0-1F74-85D4-5501-B6566BDE1FBD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636208" y="5729280"/>
                    <a:ext cx="191976" cy="18466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 l="-18750" r="-6250" b="-20000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2EFE21DA-2D16-A237-01A8-C0E244242EB4}"/>
                      </a:ext>
                    </a:extLst>
                  </p:cNvPr>
                  <p:cNvSpPr txBox="1"/>
                  <p:nvPr/>
                </p:nvSpPr>
                <p:spPr>
                  <a:xfrm>
                    <a:off x="8783219" y="3585362"/>
                    <a:ext cx="472502" cy="321370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lang="en-US" sz="110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</a:rPr>
                                <m:t>𝜙</m:t>
                              </m:r>
                            </m:num>
                            <m:den>
                              <m:r>
                                <a:rPr lang="en-US" sz="1100" i="1">
                                  <a:latin typeface="Cambria Math" panose="02040503050406030204" pitchFamily="18" charset="0"/>
                                </a:rPr>
                                <m:t>𝑑𝑧</m:t>
                              </m:r>
                            </m:den>
                          </m:f>
                          <m:r>
                            <a:rPr lang="en-US" sz="1100" i="1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>
              <p:sp>
                <p:nvSpPr>
                  <p:cNvPr id="28" name="TextBox 27">
                    <a:extLst>
                      <a:ext uri="{FF2B5EF4-FFF2-40B4-BE49-F238E27FC236}">
                        <a16:creationId xmlns:a16="http://schemas.microsoft.com/office/drawing/2014/main" id="{2EFE21DA-2D16-A237-01A8-C0E244242EB4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8783219" y="3585362"/>
                    <a:ext cx="472502" cy="321370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5263" r="-7895" b="-15385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29" name="Left Brace 28">
                <a:extLst>
                  <a:ext uri="{FF2B5EF4-FFF2-40B4-BE49-F238E27FC236}">
                    <a16:creationId xmlns:a16="http://schemas.microsoft.com/office/drawing/2014/main" id="{DF531F25-FA43-A3C5-78BA-C2373EE327CC}"/>
                  </a:ext>
                </a:extLst>
              </p:cNvPr>
              <p:cNvSpPr/>
              <p:nvPr/>
            </p:nvSpPr>
            <p:spPr>
              <a:xfrm rot="10800000">
                <a:off x="8561140" y="2028583"/>
                <a:ext cx="186401" cy="3496765"/>
              </a:xfrm>
              <a:prstGeom prst="leftBrace">
                <a:avLst>
                  <a:gd name="adj1" fmla="val 111252"/>
                  <a:gd name="adj2" fmla="val 50155"/>
                </a:avLst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grpSp>
            <p:nvGrpSpPr>
              <p:cNvPr id="308" name="Group 307">
                <a:extLst>
                  <a:ext uri="{FF2B5EF4-FFF2-40B4-BE49-F238E27FC236}">
                    <a16:creationId xmlns:a16="http://schemas.microsoft.com/office/drawing/2014/main" id="{DC39D2FF-4D93-A353-E75C-08447B3D3BD8}"/>
                  </a:ext>
                </a:extLst>
              </p:cNvPr>
              <p:cNvGrpSpPr/>
              <p:nvPr/>
            </p:nvGrpSpPr>
            <p:grpSpPr>
              <a:xfrm>
                <a:off x="8134240" y="4393591"/>
                <a:ext cx="233387" cy="492619"/>
                <a:chOff x="8192296" y="4422619"/>
                <a:chExt cx="233387" cy="492619"/>
              </a:xfrm>
            </p:grpSpPr>
            <p:sp>
              <p:nvSpPr>
                <p:cNvPr id="33" name="Arc 32">
                  <a:extLst>
                    <a:ext uri="{FF2B5EF4-FFF2-40B4-BE49-F238E27FC236}">
                      <a16:creationId xmlns:a16="http://schemas.microsoft.com/office/drawing/2014/main" id="{5995C538-4636-46CE-614F-396BE983C3EE}"/>
                    </a:ext>
                  </a:extLst>
                </p:cNvPr>
                <p:cNvSpPr/>
                <p:nvPr/>
              </p:nvSpPr>
              <p:spPr>
                <a:xfrm>
                  <a:off x="8192296" y="4422619"/>
                  <a:ext cx="192745" cy="492619"/>
                </a:xfrm>
                <a:prstGeom prst="arc">
                  <a:avLst>
                    <a:gd name="adj1" fmla="val 3393486"/>
                    <a:gd name="adj2" fmla="val 17501191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8" name="Oval 87">
                  <a:extLst>
                    <a:ext uri="{FF2B5EF4-FFF2-40B4-BE49-F238E27FC236}">
                      <a16:creationId xmlns:a16="http://schemas.microsoft.com/office/drawing/2014/main" id="{94F5BE94-ECB7-A9A2-C80A-7A74DFCD6FD6}"/>
                    </a:ext>
                  </a:extLst>
                </p:cNvPr>
                <p:cNvSpPr/>
                <p:nvPr/>
              </p:nvSpPr>
              <p:spPr>
                <a:xfrm>
                  <a:off x="8354182" y="460703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9" name="Oval 88">
                  <a:extLst>
                    <a:ext uri="{FF2B5EF4-FFF2-40B4-BE49-F238E27FC236}">
                      <a16:creationId xmlns:a16="http://schemas.microsoft.com/office/drawing/2014/main" id="{C41AD351-CC41-6831-E900-076612BE5AE6}"/>
                    </a:ext>
                  </a:extLst>
                </p:cNvPr>
                <p:cNvSpPr/>
                <p:nvPr/>
              </p:nvSpPr>
              <p:spPr>
                <a:xfrm>
                  <a:off x="8389107" y="46292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0" name="Oval 89">
                  <a:extLst>
                    <a:ext uri="{FF2B5EF4-FFF2-40B4-BE49-F238E27FC236}">
                      <a16:creationId xmlns:a16="http://schemas.microsoft.com/office/drawing/2014/main" id="{9E7444BC-A6E7-2E7C-5522-AAAB1C8EF6D2}"/>
                    </a:ext>
                  </a:extLst>
                </p:cNvPr>
                <p:cNvSpPr/>
                <p:nvPr/>
              </p:nvSpPr>
              <p:spPr>
                <a:xfrm>
                  <a:off x="8370057" y="454036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1" name="Oval 90">
                  <a:extLst>
                    <a:ext uri="{FF2B5EF4-FFF2-40B4-BE49-F238E27FC236}">
                      <a16:creationId xmlns:a16="http://schemas.microsoft.com/office/drawing/2014/main" id="{72DC2029-46F8-D287-6FA8-5970718A23B8}"/>
                    </a:ext>
                  </a:extLst>
                </p:cNvPr>
                <p:cNvSpPr/>
                <p:nvPr/>
              </p:nvSpPr>
              <p:spPr>
                <a:xfrm>
                  <a:off x="8327765" y="4540635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2" name="Oval 91">
                  <a:extLst>
                    <a:ext uri="{FF2B5EF4-FFF2-40B4-BE49-F238E27FC236}">
                      <a16:creationId xmlns:a16="http://schemas.microsoft.com/office/drawing/2014/main" id="{E916039A-65CE-2C83-6A43-B97B47A19906}"/>
                    </a:ext>
                  </a:extLst>
                </p:cNvPr>
                <p:cNvSpPr/>
                <p:nvPr/>
              </p:nvSpPr>
              <p:spPr>
                <a:xfrm>
                  <a:off x="8331957" y="45848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6" name="Group 305">
                <a:extLst>
                  <a:ext uri="{FF2B5EF4-FFF2-40B4-BE49-F238E27FC236}">
                    <a16:creationId xmlns:a16="http://schemas.microsoft.com/office/drawing/2014/main" id="{BEA7366E-BEB1-A5B5-1730-A735852D9B80}"/>
                  </a:ext>
                </a:extLst>
              </p:cNvPr>
              <p:cNvGrpSpPr/>
              <p:nvPr/>
            </p:nvGrpSpPr>
            <p:grpSpPr>
              <a:xfrm>
                <a:off x="7950849" y="2137824"/>
                <a:ext cx="514145" cy="1562306"/>
                <a:chOff x="8045190" y="2137824"/>
                <a:chExt cx="514145" cy="1562306"/>
              </a:xfrm>
            </p:grpSpPr>
            <p:sp>
              <p:nvSpPr>
                <p:cNvPr id="32" name="Arc 31">
                  <a:extLst>
                    <a:ext uri="{FF2B5EF4-FFF2-40B4-BE49-F238E27FC236}">
                      <a16:creationId xmlns:a16="http://schemas.microsoft.com/office/drawing/2014/main" id="{3CFD8CA0-61B6-FF18-2B4B-145D48633FE3}"/>
                    </a:ext>
                  </a:extLst>
                </p:cNvPr>
                <p:cNvSpPr/>
                <p:nvPr/>
              </p:nvSpPr>
              <p:spPr>
                <a:xfrm>
                  <a:off x="8054723" y="2137824"/>
                  <a:ext cx="504612" cy="1562306"/>
                </a:xfrm>
                <a:prstGeom prst="arc">
                  <a:avLst>
                    <a:gd name="adj1" fmla="val 16200000"/>
                    <a:gd name="adj2" fmla="val 14382097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3" name="Oval 92">
                  <a:extLst>
                    <a:ext uri="{FF2B5EF4-FFF2-40B4-BE49-F238E27FC236}">
                      <a16:creationId xmlns:a16="http://schemas.microsoft.com/office/drawing/2014/main" id="{11EBC3F3-1CD6-DEE2-CC67-3192A281A8E4}"/>
                    </a:ext>
                  </a:extLst>
                </p:cNvPr>
                <p:cNvSpPr/>
                <p:nvPr/>
              </p:nvSpPr>
              <p:spPr>
                <a:xfrm>
                  <a:off x="8045190" y="2476885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4" name="Oval 93">
                  <a:extLst>
                    <a:ext uri="{FF2B5EF4-FFF2-40B4-BE49-F238E27FC236}">
                      <a16:creationId xmlns:a16="http://schemas.microsoft.com/office/drawing/2014/main" id="{1B047537-F9B7-9D63-08D1-439C4642C207}"/>
                    </a:ext>
                  </a:extLst>
                </p:cNvPr>
                <p:cNvSpPr/>
                <p:nvPr/>
              </p:nvSpPr>
              <p:spPr>
                <a:xfrm>
                  <a:off x="8116057" y="24766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5" name="Oval 94">
                  <a:extLst>
                    <a:ext uri="{FF2B5EF4-FFF2-40B4-BE49-F238E27FC236}">
                      <a16:creationId xmlns:a16="http://schemas.microsoft.com/office/drawing/2014/main" id="{AB10565F-ABBE-B91A-9048-3C9072FC64E8}"/>
                    </a:ext>
                  </a:extLst>
                </p:cNvPr>
                <p:cNvSpPr/>
                <p:nvPr/>
              </p:nvSpPr>
              <p:spPr>
                <a:xfrm>
                  <a:off x="8049382" y="252106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6" name="Oval 95">
                  <a:extLst>
                    <a:ext uri="{FF2B5EF4-FFF2-40B4-BE49-F238E27FC236}">
                      <a16:creationId xmlns:a16="http://schemas.microsoft.com/office/drawing/2014/main" id="{976C7B79-ACD5-34C7-A2BF-D6A972F225D9}"/>
                    </a:ext>
                  </a:extLst>
                </p:cNvPr>
                <p:cNvSpPr/>
                <p:nvPr/>
              </p:nvSpPr>
              <p:spPr>
                <a:xfrm>
                  <a:off x="8058907" y="242898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7" name="Oval 96">
                  <a:extLst>
                    <a:ext uri="{FF2B5EF4-FFF2-40B4-BE49-F238E27FC236}">
                      <a16:creationId xmlns:a16="http://schemas.microsoft.com/office/drawing/2014/main" id="{2D0E2D86-79B6-D8B6-AB1A-A0F75C036141}"/>
                    </a:ext>
                  </a:extLst>
                </p:cNvPr>
                <p:cNvSpPr/>
                <p:nvPr/>
              </p:nvSpPr>
              <p:spPr>
                <a:xfrm>
                  <a:off x="8131932" y="240993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8" name="Oval 97">
                  <a:extLst>
                    <a:ext uri="{FF2B5EF4-FFF2-40B4-BE49-F238E27FC236}">
                      <a16:creationId xmlns:a16="http://schemas.microsoft.com/office/drawing/2014/main" id="{E168BAC1-956D-B011-AE12-7C6A987C5DA5}"/>
                    </a:ext>
                  </a:extLst>
                </p:cNvPr>
                <p:cNvSpPr/>
                <p:nvPr/>
              </p:nvSpPr>
              <p:spPr>
                <a:xfrm>
                  <a:off x="8089640" y="24102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99" name="Oval 98">
                  <a:extLst>
                    <a:ext uri="{FF2B5EF4-FFF2-40B4-BE49-F238E27FC236}">
                      <a16:creationId xmlns:a16="http://schemas.microsoft.com/office/drawing/2014/main" id="{255E050D-63CB-4374-C2DF-6080E35CD62D}"/>
                    </a:ext>
                  </a:extLst>
                </p:cNvPr>
                <p:cNvSpPr/>
                <p:nvPr/>
              </p:nvSpPr>
              <p:spPr>
                <a:xfrm>
                  <a:off x="8093832" y="245438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5" name="Group 304">
                <a:extLst>
                  <a:ext uri="{FF2B5EF4-FFF2-40B4-BE49-F238E27FC236}">
                    <a16:creationId xmlns:a16="http://schemas.microsoft.com/office/drawing/2014/main" id="{CA6BE559-0458-096C-8702-6C31F0A7E42C}"/>
                  </a:ext>
                </a:extLst>
              </p:cNvPr>
              <p:cNvGrpSpPr/>
              <p:nvPr/>
            </p:nvGrpSpPr>
            <p:grpSpPr>
              <a:xfrm>
                <a:off x="8220520" y="3079230"/>
                <a:ext cx="163366" cy="390750"/>
                <a:chOff x="8231329" y="3021174"/>
                <a:chExt cx="163366" cy="390750"/>
              </a:xfrm>
            </p:grpSpPr>
            <p:sp>
              <p:nvSpPr>
                <p:cNvPr id="35" name="Arc 34">
                  <a:extLst>
                    <a:ext uri="{FF2B5EF4-FFF2-40B4-BE49-F238E27FC236}">
                      <a16:creationId xmlns:a16="http://schemas.microsoft.com/office/drawing/2014/main" id="{F74E7C41-6968-4F13-0B6E-252A11727DFC}"/>
                    </a:ext>
                  </a:extLst>
                </p:cNvPr>
                <p:cNvSpPr/>
                <p:nvPr/>
              </p:nvSpPr>
              <p:spPr>
                <a:xfrm>
                  <a:off x="8231329" y="3021174"/>
                  <a:ext cx="114680" cy="390750"/>
                </a:xfrm>
                <a:prstGeom prst="arc">
                  <a:avLst>
                    <a:gd name="adj1" fmla="val 4039734"/>
                    <a:gd name="adj2" fmla="val 17899358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1" name="Oval 100">
                  <a:extLst>
                    <a:ext uri="{FF2B5EF4-FFF2-40B4-BE49-F238E27FC236}">
                      <a16:creationId xmlns:a16="http://schemas.microsoft.com/office/drawing/2014/main" id="{0A9D56C0-E6CB-8AE8-FA19-399BB3D04972}"/>
                    </a:ext>
                  </a:extLst>
                </p:cNvPr>
                <p:cNvSpPr/>
                <p:nvPr/>
              </p:nvSpPr>
              <p:spPr>
                <a:xfrm>
                  <a:off x="8316082" y="31941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2" name="Oval 101">
                  <a:extLst>
                    <a:ext uri="{FF2B5EF4-FFF2-40B4-BE49-F238E27FC236}">
                      <a16:creationId xmlns:a16="http://schemas.microsoft.com/office/drawing/2014/main" id="{1CABB3C4-A5E1-233C-6A3A-20E9FFCA70C3}"/>
                    </a:ext>
                  </a:extLst>
                </p:cNvPr>
                <p:cNvSpPr/>
                <p:nvPr/>
              </p:nvSpPr>
              <p:spPr>
                <a:xfrm>
                  <a:off x="8362690" y="32738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3" name="Oval 102">
                  <a:extLst>
                    <a:ext uri="{FF2B5EF4-FFF2-40B4-BE49-F238E27FC236}">
                      <a16:creationId xmlns:a16="http://schemas.microsoft.com/office/drawing/2014/main" id="{86356CF9-A05F-BE1F-EFC1-F9DBD9DE2412}"/>
                    </a:ext>
                  </a:extLst>
                </p:cNvPr>
                <p:cNvSpPr/>
                <p:nvPr/>
              </p:nvSpPr>
              <p:spPr>
                <a:xfrm>
                  <a:off x="8296015" y="32357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4" name="Oval 103">
                  <a:extLst>
                    <a:ext uri="{FF2B5EF4-FFF2-40B4-BE49-F238E27FC236}">
                      <a16:creationId xmlns:a16="http://schemas.microsoft.com/office/drawing/2014/main" id="{B4E4E325-300D-8ED8-3F2B-B130D88F0C91}"/>
                    </a:ext>
                  </a:extLst>
                </p:cNvPr>
                <p:cNvSpPr/>
                <p:nvPr/>
              </p:nvSpPr>
              <p:spPr>
                <a:xfrm>
                  <a:off x="8376407" y="32259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7" name="Group 306">
                <a:extLst>
                  <a:ext uri="{FF2B5EF4-FFF2-40B4-BE49-F238E27FC236}">
                    <a16:creationId xmlns:a16="http://schemas.microsoft.com/office/drawing/2014/main" id="{4DF31C9A-EBC5-6768-0DBF-7F6D245E29B4}"/>
                  </a:ext>
                </a:extLst>
              </p:cNvPr>
              <p:cNvGrpSpPr/>
              <p:nvPr/>
            </p:nvGrpSpPr>
            <p:grpSpPr>
              <a:xfrm>
                <a:off x="7507863" y="3694818"/>
                <a:ext cx="438158" cy="914400"/>
                <a:chOff x="8319257" y="3587154"/>
                <a:chExt cx="438158" cy="914400"/>
              </a:xfrm>
            </p:grpSpPr>
            <p:sp>
              <p:nvSpPr>
                <p:cNvPr id="34" name="Arc 33">
                  <a:extLst>
                    <a:ext uri="{FF2B5EF4-FFF2-40B4-BE49-F238E27FC236}">
                      <a16:creationId xmlns:a16="http://schemas.microsoft.com/office/drawing/2014/main" id="{CD105E9B-0E0F-B7D7-B0F7-EDD6762A01BF}"/>
                    </a:ext>
                  </a:extLst>
                </p:cNvPr>
                <p:cNvSpPr/>
                <p:nvPr/>
              </p:nvSpPr>
              <p:spPr>
                <a:xfrm>
                  <a:off x="8364322" y="3587154"/>
                  <a:ext cx="393093" cy="914400"/>
                </a:xfrm>
                <a:prstGeom prst="arc">
                  <a:avLst>
                    <a:gd name="adj1" fmla="val 16664678"/>
                    <a:gd name="adj2" fmla="val 8787281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5" name="Oval 104">
                  <a:extLst>
                    <a:ext uri="{FF2B5EF4-FFF2-40B4-BE49-F238E27FC236}">
                      <a16:creationId xmlns:a16="http://schemas.microsoft.com/office/drawing/2014/main" id="{5ED21179-8F38-FCED-797D-4CEFDF1CD4F8}"/>
                    </a:ext>
                  </a:extLst>
                </p:cNvPr>
                <p:cNvSpPr/>
                <p:nvPr/>
              </p:nvSpPr>
              <p:spPr>
                <a:xfrm>
                  <a:off x="8319257" y="4035538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6" name="Oval 105">
                  <a:extLst>
                    <a:ext uri="{FF2B5EF4-FFF2-40B4-BE49-F238E27FC236}">
                      <a16:creationId xmlns:a16="http://schemas.microsoft.com/office/drawing/2014/main" id="{46A595D0-C269-70A9-ED9F-ABB57C4A1C37}"/>
                    </a:ext>
                  </a:extLst>
                </p:cNvPr>
                <p:cNvSpPr/>
                <p:nvPr/>
              </p:nvSpPr>
              <p:spPr>
                <a:xfrm>
                  <a:off x="8354182" y="40577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7" name="Oval 106">
                  <a:extLst>
                    <a:ext uri="{FF2B5EF4-FFF2-40B4-BE49-F238E27FC236}">
                      <a16:creationId xmlns:a16="http://schemas.microsoft.com/office/drawing/2014/main" id="{8EFF212A-109A-6C35-2B7E-34AAD5D914B0}"/>
                    </a:ext>
                  </a:extLst>
                </p:cNvPr>
                <p:cNvSpPr/>
                <p:nvPr/>
              </p:nvSpPr>
              <p:spPr>
                <a:xfrm>
                  <a:off x="8335132" y="396886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8" name="Oval 107">
                  <a:extLst>
                    <a:ext uri="{FF2B5EF4-FFF2-40B4-BE49-F238E27FC236}">
                      <a16:creationId xmlns:a16="http://schemas.microsoft.com/office/drawing/2014/main" id="{066CE7A0-67BC-AEB0-5325-ED7AD69CD56D}"/>
                    </a:ext>
                  </a:extLst>
                </p:cNvPr>
                <p:cNvSpPr/>
                <p:nvPr/>
              </p:nvSpPr>
              <p:spPr>
                <a:xfrm>
                  <a:off x="8354182" y="410856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09" name="Oval 108">
                  <a:extLst>
                    <a:ext uri="{FF2B5EF4-FFF2-40B4-BE49-F238E27FC236}">
                      <a16:creationId xmlns:a16="http://schemas.microsoft.com/office/drawing/2014/main" id="{C2C2A83A-2195-18BB-7F8A-C289330A8FB9}"/>
                    </a:ext>
                  </a:extLst>
                </p:cNvPr>
                <p:cNvSpPr/>
                <p:nvPr/>
              </p:nvSpPr>
              <p:spPr>
                <a:xfrm>
                  <a:off x="8334115" y="415011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10" name="Oval 109">
                  <a:extLst>
                    <a:ext uri="{FF2B5EF4-FFF2-40B4-BE49-F238E27FC236}">
                      <a16:creationId xmlns:a16="http://schemas.microsoft.com/office/drawing/2014/main" id="{1DCD3AC3-F98E-AABE-B5BB-261697C5E4EF}"/>
                    </a:ext>
                  </a:extLst>
                </p:cNvPr>
                <p:cNvSpPr/>
                <p:nvPr/>
              </p:nvSpPr>
              <p:spPr>
                <a:xfrm>
                  <a:off x="8414507" y="4140313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grpSp>
            <p:nvGrpSpPr>
              <p:cNvPr id="304" name="Group 303">
                <a:extLst>
                  <a:ext uri="{FF2B5EF4-FFF2-40B4-BE49-F238E27FC236}">
                    <a16:creationId xmlns:a16="http://schemas.microsoft.com/office/drawing/2014/main" id="{20D6256B-136F-D9F9-47E0-54D367598991}"/>
                  </a:ext>
                </a:extLst>
              </p:cNvPr>
              <p:cNvGrpSpPr/>
              <p:nvPr/>
            </p:nvGrpSpPr>
            <p:grpSpPr>
              <a:xfrm>
                <a:off x="7121015" y="3238847"/>
                <a:ext cx="73025" cy="368830"/>
                <a:chOff x="8704648" y="3073590"/>
                <a:chExt cx="73025" cy="368830"/>
              </a:xfrm>
            </p:grpSpPr>
            <p:sp>
              <p:nvSpPr>
                <p:cNvPr id="141" name="Oval 140">
                  <a:extLst>
                    <a:ext uri="{FF2B5EF4-FFF2-40B4-BE49-F238E27FC236}">
                      <a16:creationId xmlns:a16="http://schemas.microsoft.com/office/drawing/2014/main" id="{0FB71E57-F583-4B5B-4075-E2FD1CB83C2A}"/>
                    </a:ext>
                  </a:extLst>
                </p:cNvPr>
                <p:cNvSpPr/>
                <p:nvPr/>
              </p:nvSpPr>
              <p:spPr>
                <a:xfrm>
                  <a:off x="8721285" y="3379142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2" name="Oval 141">
                  <a:extLst>
                    <a:ext uri="{FF2B5EF4-FFF2-40B4-BE49-F238E27FC236}">
                      <a16:creationId xmlns:a16="http://schemas.microsoft.com/office/drawing/2014/main" id="{87A201FE-53ED-DF17-E908-BADFB386583B}"/>
                    </a:ext>
                  </a:extLst>
                </p:cNvPr>
                <p:cNvSpPr/>
                <p:nvPr/>
              </p:nvSpPr>
              <p:spPr>
                <a:xfrm>
                  <a:off x="8759385" y="3423860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43" name="Oval 142">
                  <a:extLst>
                    <a:ext uri="{FF2B5EF4-FFF2-40B4-BE49-F238E27FC236}">
                      <a16:creationId xmlns:a16="http://schemas.microsoft.com/office/drawing/2014/main" id="{93EAAB9A-211F-8728-0668-A48DB228FA52}"/>
                    </a:ext>
                  </a:extLst>
                </p:cNvPr>
                <p:cNvSpPr/>
                <p:nvPr/>
              </p:nvSpPr>
              <p:spPr>
                <a:xfrm>
                  <a:off x="8707568" y="3424132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44" name="Straight Arrow Connector 143">
                  <a:extLst>
                    <a:ext uri="{FF2B5EF4-FFF2-40B4-BE49-F238E27FC236}">
                      <a16:creationId xmlns:a16="http://schemas.microsoft.com/office/drawing/2014/main" id="{FB7EA82F-9C64-E579-3C52-3BB76C6D2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158674"/>
                  <a:ext cx="0" cy="17065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5" name="Straight Arrow Connector 144">
                  <a:extLst>
                    <a:ext uri="{FF2B5EF4-FFF2-40B4-BE49-F238E27FC236}">
                      <a16:creationId xmlns:a16="http://schemas.microsoft.com/office/drawing/2014/main" id="{F2F24FF5-B532-D1EF-FC1D-F1A3D717BAE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71323" y="3158674"/>
                  <a:ext cx="0" cy="21787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6" name="Straight Arrow Connector 145">
                  <a:extLst>
                    <a:ext uri="{FF2B5EF4-FFF2-40B4-BE49-F238E27FC236}">
                      <a16:creationId xmlns:a16="http://schemas.microsoft.com/office/drawing/2014/main" id="{646679A8-A40B-B3AA-5AD9-FF7BFD7CCF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232939"/>
                  <a:ext cx="0" cy="16159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7" name="Straight Arrow Connector 146">
                  <a:extLst>
                    <a:ext uri="{FF2B5EF4-FFF2-40B4-BE49-F238E27FC236}">
                      <a16:creationId xmlns:a16="http://schemas.microsoft.com/office/drawing/2014/main" id="{149BFB82-B5CE-8AE2-E365-FB5EB723A58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199157"/>
                  <a:ext cx="0" cy="250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8" name="Straight Arrow Connector 147">
                  <a:extLst>
                    <a:ext uri="{FF2B5EF4-FFF2-40B4-BE49-F238E27FC236}">
                      <a16:creationId xmlns:a16="http://schemas.microsoft.com/office/drawing/2014/main" id="{0CE7C06D-F5DC-A65C-F93E-65A4DADB6DC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167406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49" name="Straight Arrow Connector 148">
                  <a:extLst>
                    <a:ext uri="{FF2B5EF4-FFF2-40B4-BE49-F238E27FC236}">
                      <a16:creationId xmlns:a16="http://schemas.microsoft.com/office/drawing/2014/main" id="{96E113D0-5509-7533-3D51-C5E23ACAEB7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100957"/>
                  <a:ext cx="0" cy="5136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0" name="Straight Arrow Connector 149">
                  <a:extLst>
                    <a:ext uri="{FF2B5EF4-FFF2-40B4-BE49-F238E27FC236}">
                      <a16:creationId xmlns:a16="http://schemas.microsoft.com/office/drawing/2014/main" id="{7904CF1B-8797-3B74-042B-3C6D1C33E3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073590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1" name="Straight Arrow Connector 150">
                  <a:extLst>
                    <a:ext uri="{FF2B5EF4-FFF2-40B4-BE49-F238E27FC236}">
                      <a16:creationId xmlns:a16="http://schemas.microsoft.com/office/drawing/2014/main" id="{A731ACB0-A977-9205-33E2-DE1EA2B0C65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71323" y="3127565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2" name="Straight Arrow Connector 151">
                  <a:extLst>
                    <a:ext uri="{FF2B5EF4-FFF2-40B4-BE49-F238E27FC236}">
                      <a16:creationId xmlns:a16="http://schemas.microsoft.com/office/drawing/2014/main" id="{50C16F33-4526-7BFB-3057-590E73FC24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36398" y="3343465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3" name="Straight Arrow Connector 152">
                  <a:extLst>
                    <a:ext uri="{FF2B5EF4-FFF2-40B4-BE49-F238E27FC236}">
                      <a16:creationId xmlns:a16="http://schemas.microsoft.com/office/drawing/2014/main" id="{FCF78158-0BEA-7A2F-7259-17089E70C75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04648" y="3142006"/>
                  <a:ext cx="0" cy="914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303" name="Group 302">
                <a:extLst>
                  <a:ext uri="{FF2B5EF4-FFF2-40B4-BE49-F238E27FC236}">
                    <a16:creationId xmlns:a16="http://schemas.microsoft.com/office/drawing/2014/main" id="{3AEA29C4-7184-CE3F-D3AA-D9642EFF2E9C}"/>
                  </a:ext>
                </a:extLst>
              </p:cNvPr>
              <p:cNvGrpSpPr/>
              <p:nvPr/>
            </p:nvGrpSpPr>
            <p:grpSpPr>
              <a:xfrm>
                <a:off x="7386761" y="4888989"/>
                <a:ext cx="73025" cy="368830"/>
                <a:chOff x="8786083" y="4825761"/>
                <a:chExt cx="73025" cy="368830"/>
              </a:xfrm>
            </p:grpSpPr>
            <p:sp>
              <p:nvSpPr>
                <p:cNvPr id="154" name="Oval 153">
                  <a:extLst>
                    <a:ext uri="{FF2B5EF4-FFF2-40B4-BE49-F238E27FC236}">
                      <a16:creationId xmlns:a16="http://schemas.microsoft.com/office/drawing/2014/main" id="{1B05DA62-81E9-A5EE-A2A9-7F609118D7F9}"/>
                    </a:ext>
                  </a:extLst>
                </p:cNvPr>
                <p:cNvSpPr/>
                <p:nvPr/>
              </p:nvSpPr>
              <p:spPr>
                <a:xfrm>
                  <a:off x="8802720" y="5131313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5" name="Oval 154">
                  <a:extLst>
                    <a:ext uri="{FF2B5EF4-FFF2-40B4-BE49-F238E27FC236}">
                      <a16:creationId xmlns:a16="http://schemas.microsoft.com/office/drawing/2014/main" id="{F2A85DB2-033E-6A03-285F-89AD0F34FF74}"/>
                    </a:ext>
                  </a:extLst>
                </p:cNvPr>
                <p:cNvSpPr/>
                <p:nvPr/>
              </p:nvSpPr>
              <p:spPr>
                <a:xfrm>
                  <a:off x="8840820" y="5176031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56" name="Oval 155">
                  <a:extLst>
                    <a:ext uri="{FF2B5EF4-FFF2-40B4-BE49-F238E27FC236}">
                      <a16:creationId xmlns:a16="http://schemas.microsoft.com/office/drawing/2014/main" id="{A01C4DE0-887A-6478-6CFC-8A46A41E1824}"/>
                    </a:ext>
                  </a:extLst>
                </p:cNvPr>
                <p:cNvSpPr/>
                <p:nvPr/>
              </p:nvSpPr>
              <p:spPr>
                <a:xfrm>
                  <a:off x="8789003" y="5176303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157" name="Straight Arrow Connector 156">
                  <a:extLst>
                    <a:ext uri="{FF2B5EF4-FFF2-40B4-BE49-F238E27FC236}">
                      <a16:creationId xmlns:a16="http://schemas.microsoft.com/office/drawing/2014/main" id="{49C700B8-D17F-91B6-67A1-369D4923A2D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4910845"/>
                  <a:ext cx="0" cy="17065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8" name="Straight Arrow Connector 157">
                  <a:extLst>
                    <a:ext uri="{FF2B5EF4-FFF2-40B4-BE49-F238E27FC236}">
                      <a16:creationId xmlns:a16="http://schemas.microsoft.com/office/drawing/2014/main" id="{9F4304DC-26E2-4113-7EBB-55DF0443E16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52758" y="4910845"/>
                  <a:ext cx="0" cy="217876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59" name="Straight Arrow Connector 158">
                  <a:extLst>
                    <a:ext uri="{FF2B5EF4-FFF2-40B4-BE49-F238E27FC236}">
                      <a16:creationId xmlns:a16="http://schemas.microsoft.com/office/drawing/2014/main" id="{B261C765-48F4-FC59-E6E4-871EFEE54A4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985110"/>
                  <a:ext cx="0" cy="161591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0" name="Straight Arrow Connector 159">
                  <a:extLst>
                    <a:ext uri="{FF2B5EF4-FFF2-40B4-BE49-F238E27FC236}">
                      <a16:creationId xmlns:a16="http://schemas.microsoft.com/office/drawing/2014/main" id="{2BB37BEB-EA56-33E8-3404-066B0863FCF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951328"/>
                  <a:ext cx="0" cy="25019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1" name="Straight Arrow Connector 160">
                  <a:extLst>
                    <a:ext uri="{FF2B5EF4-FFF2-40B4-BE49-F238E27FC236}">
                      <a16:creationId xmlns:a16="http://schemas.microsoft.com/office/drawing/2014/main" id="{9B06C896-912E-D3F2-C9F7-5A7F12D3CDC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919577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Straight Arrow Connector 161">
                  <a:extLst>
                    <a:ext uri="{FF2B5EF4-FFF2-40B4-BE49-F238E27FC236}">
                      <a16:creationId xmlns:a16="http://schemas.microsoft.com/office/drawing/2014/main" id="{8E48E68D-28E9-8DC3-2C87-EF2A99ECA83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4853128"/>
                  <a:ext cx="0" cy="51367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3" name="Straight Arrow Connector 162">
                  <a:extLst>
                    <a:ext uri="{FF2B5EF4-FFF2-40B4-BE49-F238E27FC236}">
                      <a16:creationId xmlns:a16="http://schemas.microsoft.com/office/drawing/2014/main" id="{4399F4BC-D3CC-B59D-DBF0-2788568E529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4825761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4" name="Straight Arrow Connector 163">
                  <a:extLst>
                    <a:ext uri="{FF2B5EF4-FFF2-40B4-BE49-F238E27FC236}">
                      <a16:creationId xmlns:a16="http://schemas.microsoft.com/office/drawing/2014/main" id="{1E84A78F-CCAF-9244-A7A3-30CD314B49D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52758" y="4879736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5" name="Straight Arrow Connector 164">
                  <a:extLst>
                    <a:ext uri="{FF2B5EF4-FFF2-40B4-BE49-F238E27FC236}">
                      <a16:creationId xmlns:a16="http://schemas.microsoft.com/office/drawing/2014/main" id="{DF123CB3-6FD5-7F47-699B-56511538197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817833" y="5095636"/>
                  <a:ext cx="0" cy="18288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66" name="Straight Arrow Connector 165">
                  <a:extLst>
                    <a:ext uri="{FF2B5EF4-FFF2-40B4-BE49-F238E27FC236}">
                      <a16:creationId xmlns:a16="http://schemas.microsoft.com/office/drawing/2014/main" id="{A6C60FAB-48B9-CAE7-6284-889DC2BF88D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8786083" y="4894177"/>
                  <a:ext cx="0" cy="9144"/>
                </a:xfrm>
                <a:prstGeom prst="straightConnector1">
                  <a:avLst/>
                </a:prstGeom>
                <a:ln w="3175">
                  <a:solidFill>
                    <a:schemeClr val="tx1"/>
                  </a:solidFill>
                  <a:tailEnd type="non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2250D20B-5C6D-4690-B5DB-D8E4A1AD0AB7}"/>
                      </a:ext>
                    </a:extLst>
                  </p:cNvPr>
                  <p:cNvSpPr txBox="1"/>
                  <p:nvPr/>
                </p:nvSpPr>
                <p:spPr>
                  <a:xfrm>
                    <a:off x="6886560" y="4904722"/>
                    <a:ext cx="459357" cy="169277"/>
                  </a:xfrm>
                  <a:prstGeom prst="rect">
                    <a:avLst/>
                  </a:prstGeom>
                  <a:noFill/>
                </p:spPr>
                <p:txBody>
                  <a:bodyPr wrap="none" lIns="0" tIns="0" rIns="0" bIns="0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=</m:t>
                          </m:r>
                          <m:sSub>
                            <m:sSubPr>
                              <m:ctrlP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𝛿</m:t>
                              </m:r>
                            </m:e>
                            <m:sub>
                              <m:r>
                                <a:rPr lang="en-US" sz="1100" b="0" i="1" smtClean="0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𝑚</m:t>
                              </m:r>
                            </m:sub>
                          </m:sSub>
                        </m:oMath>
                      </m:oMathPara>
                    </a14:m>
                    <a:endParaRPr lang="en-US" sz="1100" i="1" dirty="0"/>
                  </a:p>
                </p:txBody>
              </p:sp>
            </mc:Choice>
            <mc:Fallback>
              <p:sp>
                <p:nvSpPr>
                  <p:cNvPr id="167" name="TextBox 166">
                    <a:extLst>
                      <a:ext uri="{FF2B5EF4-FFF2-40B4-BE49-F238E27FC236}">
                        <a16:creationId xmlns:a16="http://schemas.microsoft.com/office/drawing/2014/main" id="{2250D20B-5C6D-4690-B5DB-D8E4A1AD0AB7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886560" y="4904722"/>
                    <a:ext cx="459357" cy="16927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l="-5405" t="-7143" b="-7143"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grpSp>
            <p:nvGrpSpPr>
              <p:cNvPr id="309" name="Group 308">
                <a:extLst>
                  <a:ext uri="{FF2B5EF4-FFF2-40B4-BE49-F238E27FC236}">
                    <a16:creationId xmlns:a16="http://schemas.microsoft.com/office/drawing/2014/main" id="{F60FD151-C0B7-E05C-D8D8-A6D1E1CD36FF}"/>
                  </a:ext>
                </a:extLst>
              </p:cNvPr>
              <p:cNvGrpSpPr/>
              <p:nvPr/>
            </p:nvGrpSpPr>
            <p:grpSpPr>
              <a:xfrm>
                <a:off x="7927969" y="4850500"/>
                <a:ext cx="114761" cy="292775"/>
                <a:chOff x="7964254" y="4850500"/>
                <a:chExt cx="114761" cy="292775"/>
              </a:xfrm>
            </p:grpSpPr>
            <p:sp>
              <p:nvSpPr>
                <p:cNvPr id="171" name="Arc 170">
                  <a:extLst>
                    <a:ext uri="{FF2B5EF4-FFF2-40B4-BE49-F238E27FC236}">
                      <a16:creationId xmlns:a16="http://schemas.microsoft.com/office/drawing/2014/main" id="{B6F13C2A-0CE6-A8CD-91B8-059B61824454}"/>
                    </a:ext>
                  </a:extLst>
                </p:cNvPr>
                <p:cNvSpPr/>
                <p:nvPr/>
              </p:nvSpPr>
              <p:spPr>
                <a:xfrm>
                  <a:off x="7964335" y="4850500"/>
                  <a:ext cx="114680" cy="216423"/>
                </a:xfrm>
                <a:prstGeom prst="arc">
                  <a:avLst>
                    <a:gd name="adj1" fmla="val 14776883"/>
                    <a:gd name="adj2" fmla="val 4592000"/>
                  </a:avLst>
                </a:prstGeom>
                <a:ln w="6350">
                  <a:solidFill>
                    <a:schemeClr val="tx1"/>
                  </a:solidFill>
                  <a:tailEnd type="triangle" w="sm" len="sm"/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2" name="Oval 171">
                  <a:extLst>
                    <a:ext uri="{FF2B5EF4-FFF2-40B4-BE49-F238E27FC236}">
                      <a16:creationId xmlns:a16="http://schemas.microsoft.com/office/drawing/2014/main" id="{E55DA100-8AF8-DFBA-980C-DBA3FFC312DC}"/>
                    </a:ext>
                  </a:extLst>
                </p:cNvPr>
                <p:cNvSpPr/>
                <p:nvPr/>
              </p:nvSpPr>
              <p:spPr>
                <a:xfrm>
                  <a:off x="7984321" y="5049379"/>
                  <a:ext cx="36576" cy="27432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3" name="Oval 172">
                  <a:extLst>
                    <a:ext uri="{FF2B5EF4-FFF2-40B4-BE49-F238E27FC236}">
                      <a16:creationId xmlns:a16="http://schemas.microsoft.com/office/drawing/2014/main" id="{72F46891-8BBF-38F9-BE8B-18024FA0D2E0}"/>
                    </a:ext>
                  </a:extLst>
                </p:cNvPr>
                <p:cNvSpPr/>
                <p:nvPr/>
              </p:nvSpPr>
              <p:spPr>
                <a:xfrm>
                  <a:off x="8016806" y="5100780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4" name="Oval 173">
                  <a:extLst>
                    <a:ext uri="{FF2B5EF4-FFF2-40B4-BE49-F238E27FC236}">
                      <a16:creationId xmlns:a16="http://schemas.microsoft.com/office/drawing/2014/main" id="{01AE41F8-FE72-650B-D0B4-8A935848C5F7}"/>
                    </a:ext>
                  </a:extLst>
                </p:cNvPr>
                <p:cNvSpPr/>
                <p:nvPr/>
              </p:nvSpPr>
              <p:spPr>
                <a:xfrm>
                  <a:off x="7964254" y="5090926"/>
                  <a:ext cx="27432" cy="18288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75" name="Oval 174">
                  <a:extLst>
                    <a:ext uri="{FF2B5EF4-FFF2-40B4-BE49-F238E27FC236}">
                      <a16:creationId xmlns:a16="http://schemas.microsoft.com/office/drawing/2014/main" id="{50B7B44A-0853-7167-967F-999D8EB66320}"/>
                    </a:ext>
                  </a:extLst>
                </p:cNvPr>
                <p:cNvSpPr/>
                <p:nvPr/>
              </p:nvSpPr>
              <p:spPr>
                <a:xfrm>
                  <a:off x="8044646" y="5081129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189" name="Oval 188">
                  <a:extLst>
                    <a:ext uri="{FF2B5EF4-FFF2-40B4-BE49-F238E27FC236}">
                      <a16:creationId xmlns:a16="http://schemas.microsoft.com/office/drawing/2014/main" id="{4F75BE20-FD14-7F57-C018-834B98CC77F6}"/>
                    </a:ext>
                  </a:extLst>
                </p:cNvPr>
                <p:cNvSpPr/>
                <p:nvPr/>
              </p:nvSpPr>
              <p:spPr>
                <a:xfrm>
                  <a:off x="8013663" y="5134131"/>
                  <a:ext cx="18288" cy="9144"/>
                </a:xfrm>
                <a:prstGeom prst="ellipse">
                  <a:avLst/>
                </a:prstGeom>
                <a:solidFill>
                  <a:srgbClr val="E28644"/>
                </a:solidFill>
                <a:ln w="3175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sp>
            <p:nvSpPr>
              <p:cNvPr id="194" name="Oval 193">
                <a:extLst>
                  <a:ext uri="{FF2B5EF4-FFF2-40B4-BE49-F238E27FC236}">
                    <a16:creationId xmlns:a16="http://schemas.microsoft.com/office/drawing/2014/main" id="{7E3C2BF8-2D53-F6C2-BBCC-645BC94F5BAF}"/>
                  </a:ext>
                </a:extLst>
              </p:cNvPr>
              <p:cNvSpPr/>
              <p:nvPr/>
            </p:nvSpPr>
            <p:spPr>
              <a:xfrm>
                <a:off x="7936753" y="5383524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7" name="Oval 196">
                <a:extLst>
                  <a:ext uri="{FF2B5EF4-FFF2-40B4-BE49-F238E27FC236}">
                    <a16:creationId xmlns:a16="http://schemas.microsoft.com/office/drawing/2014/main" id="{79C9F7A2-95A2-2006-9518-ACCDDA0B94B4}"/>
                  </a:ext>
                </a:extLst>
              </p:cNvPr>
              <p:cNvSpPr/>
              <p:nvPr/>
            </p:nvSpPr>
            <p:spPr>
              <a:xfrm>
                <a:off x="8259985" y="5442548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8" name="Oval 197">
                <a:extLst>
                  <a:ext uri="{FF2B5EF4-FFF2-40B4-BE49-F238E27FC236}">
                    <a16:creationId xmlns:a16="http://schemas.microsoft.com/office/drawing/2014/main" id="{632E3ED5-0528-D545-CC54-B128590B08DA}"/>
                  </a:ext>
                </a:extLst>
              </p:cNvPr>
              <p:cNvSpPr/>
              <p:nvPr/>
            </p:nvSpPr>
            <p:spPr>
              <a:xfrm>
                <a:off x="8345710" y="542667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99" name="Oval 198">
                <a:extLst>
                  <a:ext uri="{FF2B5EF4-FFF2-40B4-BE49-F238E27FC236}">
                    <a16:creationId xmlns:a16="http://schemas.microsoft.com/office/drawing/2014/main" id="{D486110F-7559-4D9B-8BCD-E821314BA9D9}"/>
                  </a:ext>
                </a:extLst>
              </p:cNvPr>
              <p:cNvSpPr/>
              <p:nvPr/>
            </p:nvSpPr>
            <p:spPr>
              <a:xfrm>
                <a:off x="8307228" y="5415515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00" name="Oval 199">
                <a:extLst>
                  <a:ext uri="{FF2B5EF4-FFF2-40B4-BE49-F238E27FC236}">
                    <a16:creationId xmlns:a16="http://schemas.microsoft.com/office/drawing/2014/main" id="{9A26F972-A545-6F19-E603-8768C7BF27F5}"/>
                  </a:ext>
                </a:extLst>
              </p:cNvPr>
              <p:cNvSpPr/>
              <p:nvPr/>
            </p:nvSpPr>
            <p:spPr>
              <a:xfrm>
                <a:off x="8147590" y="539111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7" name="Oval 226">
                <a:extLst>
                  <a:ext uri="{FF2B5EF4-FFF2-40B4-BE49-F238E27FC236}">
                    <a16:creationId xmlns:a16="http://schemas.microsoft.com/office/drawing/2014/main" id="{B784093C-C8D4-0F47-11D5-C5960589909E}"/>
                  </a:ext>
                </a:extLst>
              </p:cNvPr>
              <p:cNvSpPr/>
              <p:nvPr/>
            </p:nvSpPr>
            <p:spPr>
              <a:xfrm>
                <a:off x="8291013" y="5389224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22" name="Freeform 21">
                <a:extLst>
                  <a:ext uri="{FF2B5EF4-FFF2-40B4-BE49-F238E27FC236}">
                    <a16:creationId xmlns:a16="http://schemas.microsoft.com/office/drawing/2014/main" id="{8108EE0E-482E-F53F-01D8-9997E6D864A8}"/>
                  </a:ext>
                </a:extLst>
              </p:cNvPr>
              <p:cNvSpPr/>
              <p:nvPr/>
            </p:nvSpPr>
            <p:spPr>
              <a:xfrm flipV="1">
                <a:off x="7870633" y="5381790"/>
                <a:ext cx="407025" cy="45719"/>
              </a:xfrm>
              <a:custGeom>
                <a:avLst/>
                <a:gdLst>
                  <a:gd name="csX0" fmla="*/ 0 w 759204"/>
                  <a:gd name="csY0" fmla="*/ 171991 h 180900"/>
                  <a:gd name="csX1" fmla="*/ 255864 w 759204"/>
                  <a:gd name="csY1" fmla="*/ 16 h 180900"/>
                  <a:gd name="csX2" fmla="*/ 494951 w 759204"/>
                  <a:gd name="csY2" fmla="*/ 180380 h 180900"/>
                  <a:gd name="csX3" fmla="*/ 759204 w 759204"/>
                  <a:gd name="csY3" fmla="*/ 58739 h 180900"/>
                  <a:gd name="csX4" fmla="*/ 759204 w 759204"/>
                  <a:gd name="csY4" fmla="*/ 58739 h 180900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759204" h="180900">
                    <a:moveTo>
                      <a:pt x="0" y="171991"/>
                    </a:moveTo>
                    <a:cubicBezTo>
                      <a:pt x="86686" y="85304"/>
                      <a:pt x="173372" y="-1382"/>
                      <a:pt x="255864" y="16"/>
                    </a:cubicBezTo>
                    <a:cubicBezTo>
                      <a:pt x="338356" y="1414"/>
                      <a:pt x="411061" y="170593"/>
                      <a:pt x="494951" y="180380"/>
                    </a:cubicBezTo>
                    <a:cubicBezTo>
                      <a:pt x="578841" y="190167"/>
                      <a:pt x="759204" y="58739"/>
                      <a:pt x="759204" y="58739"/>
                    </a:cubicBezTo>
                    <a:lnTo>
                      <a:pt x="759204" y="58739"/>
                    </a:lnTo>
                  </a:path>
                </a:pathLst>
              </a:custGeom>
              <a:noFill/>
              <a:ln w="3175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E3A540C4-5629-21A3-0C17-FAEAC123A849}"/>
                </a:ext>
              </a:extLst>
            </p:cNvPr>
            <p:cNvSpPr/>
            <p:nvPr/>
          </p:nvSpPr>
          <p:spPr>
            <a:xfrm>
              <a:off x="7986162" y="5368013"/>
              <a:ext cx="36576" cy="27432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Oval 30">
              <a:extLst>
                <a:ext uri="{FF2B5EF4-FFF2-40B4-BE49-F238E27FC236}">
                  <a16:creationId xmlns:a16="http://schemas.microsoft.com/office/drawing/2014/main" id="{A5C8C991-7EC9-293F-F867-87E38854AF7B}"/>
                </a:ext>
              </a:extLst>
            </p:cNvPr>
            <p:cNvSpPr/>
            <p:nvPr/>
          </p:nvSpPr>
          <p:spPr>
            <a:xfrm>
              <a:off x="8100666" y="5406836"/>
              <a:ext cx="27432" cy="18288"/>
            </a:xfrm>
            <a:prstGeom prst="ellipse">
              <a:avLst/>
            </a:prstGeom>
            <a:solidFill>
              <a:srgbClr val="E28644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:a16="http://schemas.microsoft.com/office/drawing/2014/main" id="{838BA5E2-10DC-2B63-CEED-360CA246F1F4}"/>
              </a:ext>
            </a:extLst>
          </p:cNvPr>
          <p:cNvSpPr txBox="1"/>
          <p:nvPr/>
        </p:nvSpPr>
        <p:spPr>
          <a:xfrm>
            <a:off x="4620986" y="8164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95BCCE4-FD8B-301B-E797-5CF4E2D0FED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colorTemperature colorTemp="4904"/>
                    </a14:imgEffect>
                    <a14:imgEffect>
                      <a14:brightnessContrast bright="-15000"/>
                    </a14:imgEffect>
                  </a14:imgLayer>
                </a14:imgProps>
              </a:ext>
            </a:extLst>
          </a:blip>
          <a:srcRect r="36712" b="16501"/>
          <a:stretch>
            <a:fillRect/>
          </a:stretch>
        </p:blipFill>
        <p:spPr>
          <a:xfrm>
            <a:off x="701569" y="657908"/>
            <a:ext cx="4918980" cy="4867440"/>
          </a:xfrm>
          <a:prstGeom prst="rect">
            <a:avLst/>
          </a:prstGeom>
          <a:ln w="9525">
            <a:solidFill>
              <a:schemeClr val="tx1"/>
            </a:solidFill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B19AB2-58AA-8EC6-1319-AD7311720F86}"/>
                  </a:ext>
                </a:extLst>
              </p:cNvPr>
              <p:cNvSpPr txBox="1"/>
              <p:nvPr/>
            </p:nvSpPr>
            <p:spPr>
              <a:xfrm>
                <a:off x="3470026" y="2406362"/>
                <a:ext cx="222112" cy="1692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100" i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FB19AB2-58AA-8EC6-1319-AD7311720F8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026" y="2406362"/>
                <a:ext cx="222112" cy="169277"/>
              </a:xfrm>
              <a:prstGeom prst="rect">
                <a:avLst/>
              </a:prstGeom>
              <a:blipFill>
                <a:blip r:embed="rId14"/>
                <a:stretch>
                  <a:fillRect l="-26316" t="-6667" r="-10526" b="-26667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E145D1-0532-C728-7B5C-F80AD13D6B18}"/>
                  </a:ext>
                </a:extLst>
              </p:cNvPr>
              <p:cNvSpPr txBox="1"/>
              <p:nvPr/>
            </p:nvSpPr>
            <p:spPr>
              <a:xfrm>
                <a:off x="3470026" y="3690215"/>
                <a:ext cx="193451" cy="1692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100" i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5E145D1-0532-C728-7B5C-F80AD13D6B1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026" y="3690215"/>
                <a:ext cx="193451" cy="169277"/>
              </a:xfrm>
              <a:prstGeom prst="rect">
                <a:avLst/>
              </a:prstGeom>
              <a:blipFill>
                <a:blip r:embed="rId15"/>
                <a:stretch>
                  <a:fillRect l="-31250" t="-13333" r="-12500" b="-26667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A215DF-5C2B-5F07-477C-90651FC82DB0}"/>
                  </a:ext>
                </a:extLst>
              </p:cNvPr>
              <p:cNvSpPr txBox="1"/>
              <p:nvPr/>
            </p:nvSpPr>
            <p:spPr>
              <a:xfrm>
                <a:off x="3470467" y="3068936"/>
                <a:ext cx="1438599" cy="413703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lIns="0" tIns="45720" rIns="0" bIns="45720" rtlCol="0" anchor="ctr" anchorCtr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f>
                        <m:fPr>
                          <m:ctrlPr>
                            <a:rPr lang="en-US" sz="1100" i="1" dirty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𝑑𝑐</m:t>
                          </m:r>
                        </m:num>
                        <m:den>
                          <m:r>
                            <a:rPr lang="en-US" sz="1100" i="1" dirty="0">
                              <a:latin typeface="Cambria Math" panose="02040503050406030204" pitchFamily="18" charset="0"/>
                            </a:rPr>
                            <m:t>𝑑𝑧</m:t>
                          </m:r>
                        </m:den>
                      </m:f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US" sz="1100" i="1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E9A215DF-5C2B-5F07-477C-90651FC82D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0467" y="3068936"/>
                <a:ext cx="1438599" cy="413703"/>
              </a:xfrm>
              <a:prstGeom prst="rect">
                <a:avLst/>
              </a:prstGeom>
              <a:blipFill>
                <a:blip r:embed="rId16"/>
                <a:stretch>
                  <a:fillRect l="-3509" r="-3509" b="-2941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8B72AE0E-3E37-012D-95C2-14DBE60E206B}"/>
              </a:ext>
            </a:extLst>
          </p:cNvPr>
          <p:cNvSpPr txBox="1"/>
          <p:nvPr/>
        </p:nvSpPr>
        <p:spPr>
          <a:xfrm>
            <a:off x="973108" y="3664286"/>
            <a:ext cx="950749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/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3-D sonic</a:t>
            </a:r>
          </a:p>
          <a:p>
            <a:pPr/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anemometer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0A710CA6-AF19-49F4-EB81-87356D2A3A55}"/>
              </a:ext>
            </a:extLst>
          </p:cNvPr>
          <p:cNvSpPr txBox="1"/>
          <p:nvPr/>
        </p:nvSpPr>
        <p:spPr>
          <a:xfrm>
            <a:off x="4334526" y="4772367"/>
            <a:ext cx="689504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/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Saltation</a:t>
            </a:r>
          </a:p>
          <a:p>
            <a:pPr/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Sensor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EEEED6C-43DF-E28C-CE56-ED4B5709548E}"/>
              </a:ext>
            </a:extLst>
          </p:cNvPr>
          <p:cNvSpPr txBox="1"/>
          <p:nvPr/>
        </p:nvSpPr>
        <p:spPr>
          <a:xfrm>
            <a:off x="1448482" y="2417519"/>
            <a:ext cx="950749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pPr/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Cloud Droplet Probes</a:t>
            </a:r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95573FA8-E074-DA50-B9FD-34142A4DE794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24000" y="0"/>
            <a:ext cx="7772400" cy="582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73806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D456C7-39E5-CFAB-9ED0-669C064D8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Picture 44">
            <a:extLst>
              <a:ext uri="{FF2B5EF4-FFF2-40B4-BE49-F238E27FC236}">
                <a16:creationId xmlns:a16="http://schemas.microsoft.com/office/drawing/2014/main" id="{361C8129-86B7-4A89-79C2-752D8C39592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colorTemperature colorTemp="5274"/>
                    </a14:imgEffect>
                    <a14:imgEffect>
                      <a14:saturation sat="88000"/>
                    </a14:imgEffect>
                    <a14:imgEffect>
                      <a14:brightnessContrast contrast="13000"/>
                    </a14:imgEffect>
                  </a14:imgLayer>
                </a14:imgProps>
              </a:ext>
            </a:extLst>
          </a:blip>
          <a:srcRect t="25515" r="47437" b="14499"/>
          <a:stretch>
            <a:fillRect/>
          </a:stretch>
        </p:blipFill>
        <p:spPr>
          <a:xfrm>
            <a:off x="1399034" y="1937037"/>
            <a:ext cx="4085383" cy="34967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03C4C90F-C8F7-9B5A-1923-EE52EC07D191}"/>
              </a:ext>
            </a:extLst>
          </p:cNvPr>
          <p:cNvSpPr txBox="1"/>
          <p:nvPr/>
        </p:nvSpPr>
        <p:spPr>
          <a:xfrm>
            <a:off x="4620986" y="81642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8CF20C-6CE5-660C-07BA-4D69441E1674}"/>
                  </a:ext>
                </a:extLst>
              </p:cNvPr>
              <p:cNvSpPr txBox="1"/>
              <p:nvPr/>
            </p:nvSpPr>
            <p:spPr>
              <a:xfrm>
                <a:off x="2206786" y="2434063"/>
                <a:ext cx="457598" cy="1692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lIns="18288" tIns="18288" rIns="18288" bIns="18288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𝑢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100" i="1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638CF20C-6CE5-660C-07BA-4D69441E167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6786" y="2434063"/>
                <a:ext cx="457598" cy="169277"/>
              </a:xfrm>
              <a:prstGeom prst="rect">
                <a:avLst/>
              </a:prstGeom>
              <a:blipFill>
                <a:blip r:embed="rId4"/>
                <a:stretch>
                  <a:fillRect l="-10526" t="-6667" r="-10526" b="-26667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9F3243D-637C-8698-D791-B7B941D08939}"/>
                  </a:ext>
                </a:extLst>
              </p:cNvPr>
              <p:cNvSpPr txBox="1"/>
              <p:nvPr/>
            </p:nvSpPr>
            <p:spPr>
              <a:xfrm>
                <a:off x="2224233" y="3212529"/>
                <a:ext cx="439187" cy="169277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lIns="18288" tIns="18288" rIns="18288" bIns="18288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11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𝑙</m:t>
                          </m:r>
                          <m:r>
                            <a:rPr lang="en-US" sz="1100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sub>
                      </m:sSub>
                    </m:oMath>
                  </m:oMathPara>
                </a14:m>
                <a:endParaRPr lang="en-US" sz="1100" i="1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29F3243D-637C-8698-D791-B7B941D089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233" y="3212529"/>
                <a:ext cx="439187" cy="169277"/>
              </a:xfrm>
              <a:prstGeom prst="rect">
                <a:avLst/>
              </a:prstGeom>
              <a:blipFill>
                <a:blip r:embed="rId5"/>
                <a:stretch>
                  <a:fillRect l="-13889" t="-6667" r="-8333" b="-33333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E75A30-5C40-57DC-FD0B-55DE6867BB32}"/>
                  </a:ext>
                </a:extLst>
              </p:cNvPr>
              <p:cNvSpPr txBox="1"/>
              <p:nvPr/>
            </p:nvSpPr>
            <p:spPr>
              <a:xfrm>
                <a:off x="2840329" y="2759766"/>
                <a:ext cx="2476645" cy="304054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lIns="18288" tIns="18288" rIns="18288" bIns="18288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; 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sub>
                      </m:sSub>
                      <m:d>
                        <m:d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  <m:f>
                        <m:fPr>
                          <m:type m:val="skw"/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num>
                        <m:den>
                          <m:r>
                            <m:rPr>
                              <m:sty m:val="p"/>
                            </m:rPr>
                            <a:rPr lang="en-US" sz="1100" b="0" i="0" dirty="0" smtClean="0">
                              <a:latin typeface="Cambria Math" panose="02040503050406030204" pitchFamily="18" charset="0"/>
                            </a:rPr>
                            <m:t>d</m:t>
                          </m:r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den>
                      </m:f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d>
                            <m:dPr>
                              <m:begChr m:val=""/>
                              <m:endChr m:val="|"/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​</m:t>
                              </m:r>
                            </m:e>
                          </m:d>
                        </m:e>
                        <m:sub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sub>
                      </m:sSub>
                    </m:oMath>
                  </m:oMathPara>
                </a14:m>
                <a:endParaRPr lang="en-US" sz="1100" i="1" dirty="0"/>
              </a:p>
            </p:txBody>
          </p:sp>
        </mc:Choice>
        <mc:Fallback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7E75A30-5C40-57DC-FD0B-55DE6867BB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329" y="2759766"/>
                <a:ext cx="2476645" cy="304054"/>
              </a:xfrm>
              <a:prstGeom prst="rect">
                <a:avLst/>
              </a:prstGeom>
              <a:blipFill>
                <a:blip r:embed="rId6"/>
                <a:stretch>
                  <a:fillRect l="-508" t="-172000" r="-10660" b="-236000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1" name="TextBox 40">
            <a:extLst>
              <a:ext uri="{FF2B5EF4-FFF2-40B4-BE49-F238E27FC236}">
                <a16:creationId xmlns:a16="http://schemas.microsoft.com/office/drawing/2014/main" id="{E0EFCDD3-2F7C-36AD-AFAA-455FA32B27BF}"/>
              </a:ext>
            </a:extLst>
          </p:cNvPr>
          <p:cNvSpPr txBox="1"/>
          <p:nvPr/>
        </p:nvSpPr>
        <p:spPr>
          <a:xfrm>
            <a:off x="1600793" y="4178985"/>
            <a:ext cx="950749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lIns="18288" tIns="18288" rIns="18288" bIns="18288" rtlCol="0" anchor="ctr" anchorCtr="0">
            <a:noAutofit/>
          </a:bodyPr>
          <a:lstStyle/>
          <a:p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3-D sonic</a:t>
            </a:r>
          </a:p>
          <a:p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anemometer 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951153EE-2DC8-8AF7-5810-96849BF7F8CD}"/>
              </a:ext>
            </a:extLst>
          </p:cNvPr>
          <p:cNvSpPr txBox="1"/>
          <p:nvPr/>
        </p:nvSpPr>
        <p:spPr>
          <a:xfrm>
            <a:off x="4700233" y="5010683"/>
            <a:ext cx="689504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lIns="0" tIns="0" rIns="0" bIns="0" rtlCol="0">
            <a:spAutoFit/>
          </a:bodyPr>
          <a:lstStyle/>
          <a:p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Saltation</a:t>
            </a:r>
          </a:p>
          <a:p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 Sensor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CB5D7E2-CDCC-1B79-D6D6-4CE3142ACFC2}"/>
              </a:ext>
            </a:extLst>
          </p:cNvPr>
          <p:cNvSpPr txBox="1"/>
          <p:nvPr/>
        </p:nvSpPr>
        <p:spPr>
          <a:xfrm>
            <a:off x="2840329" y="2001300"/>
            <a:ext cx="950749" cy="338554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txBody>
          <a:bodyPr wrap="square" lIns="18288" tIns="18288" rIns="18288" bIns="18288" rtlCol="0" anchor="ctr" anchorCtr="0">
            <a:noAutofit/>
          </a:bodyPr>
          <a:lstStyle/>
          <a:p>
            <a:r>
              <a:rPr lang="en-US" sz="1100" dirty="0">
                <a:latin typeface="Century" panose="02040604050505020304" pitchFamily="18" charset="0"/>
                <a:cs typeface="Times New Roman" panose="02020603050405020304" pitchFamily="18" charset="0"/>
              </a:rPr>
              <a:t>Cloud Droplet Probes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DC5018-BC88-446B-942D-4B3255F30534}"/>
                  </a:ext>
                </a:extLst>
              </p:cNvPr>
              <p:cNvSpPr txBox="1"/>
              <p:nvPr/>
            </p:nvSpPr>
            <p:spPr>
              <a:xfrm>
                <a:off x="2840329" y="4702080"/>
                <a:ext cx="1597956" cy="226808"/>
              </a:xfrm>
              <a:prstGeom prst="rect">
                <a:avLst/>
              </a:prstGeom>
              <a:solidFill>
                <a:schemeClr val="bg1"/>
              </a:solidFill>
              <a:ln w="3175">
                <a:solidFill>
                  <a:schemeClr val="tx1"/>
                </a:solidFill>
              </a:ln>
            </p:spPr>
            <p:txBody>
              <a:bodyPr wrap="none" lIns="18288" tIns="18288" rIns="18288" bIns="18288" rtlCol="0" anchor="ctr" anchorCtr="0">
                <a:no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𝑧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=0; 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𝜙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=−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𝑑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𝑧</m:t>
                          </m:r>
                        </m:e>
                        <m:sub>
                          <m: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1100" b="0" i="1" dirty="0" smtClean="0">
                          <a:latin typeface="Cambria Math" panose="02040503050406030204" pitchFamily="18" charset="0"/>
                        </a:rPr>
                        <m:t>𝑐</m:t>
                      </m:r>
                      <m:d>
                        <m:dPr>
                          <m:ctrlPr>
                            <a:rPr lang="en-US" sz="1100" b="0" i="1" dirty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e>
                            <m:sub>
                              <m:r>
                                <a:rPr lang="en-US" sz="1100" b="0" i="1" dirty="0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1100" i="1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DDC5018-BC88-446B-942D-4B3255F305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40329" y="4702080"/>
                <a:ext cx="1597956" cy="226808"/>
              </a:xfrm>
              <a:prstGeom prst="rect">
                <a:avLst/>
              </a:prstGeom>
              <a:blipFill>
                <a:blip r:embed="rId7"/>
                <a:stretch>
                  <a:fillRect b="-10526"/>
                </a:stretch>
              </a:blipFill>
              <a:ln w="3175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7647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DC177-8387-98FF-EFEE-EBC97EB70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" name="Group 176">
            <a:extLst>
              <a:ext uri="{FF2B5EF4-FFF2-40B4-BE49-F238E27FC236}">
                <a16:creationId xmlns:a16="http://schemas.microsoft.com/office/drawing/2014/main" id="{2F9564D4-C45A-1DC2-1B1D-EFF3724A398C}"/>
              </a:ext>
            </a:extLst>
          </p:cNvPr>
          <p:cNvGrpSpPr/>
          <p:nvPr/>
        </p:nvGrpSpPr>
        <p:grpSpPr>
          <a:xfrm>
            <a:off x="2108979" y="2123278"/>
            <a:ext cx="5334695" cy="3496765"/>
            <a:chOff x="2108979" y="2123278"/>
            <a:chExt cx="5334695" cy="349676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D16B2B6A-E5A2-1461-E7DF-7F17BFA324D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colorTemperature colorTemp="5073"/>
                      </a14:imgEffect>
                    </a14:imgLayer>
                  </a14:imgProps>
                </a:ext>
              </a:extLst>
            </a:blip>
            <a:srcRect l="15567" t="22589" r="49656" b="19389"/>
            <a:stretch>
              <a:fillRect/>
            </a:stretch>
          </p:blipFill>
          <p:spPr>
            <a:xfrm>
              <a:off x="4655233" y="2124062"/>
              <a:ext cx="2788441" cy="3489148"/>
            </a:xfrm>
            <a:prstGeom prst="rect">
              <a:avLst/>
            </a:prstGeom>
            <a:ln w="6350">
              <a:solidFill>
                <a:schemeClr val="tx1"/>
              </a:solidFill>
            </a:ln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0D88F7C-551C-D23D-80C5-D346B57E6F8A}"/>
                    </a:ext>
                  </a:extLst>
                </p:cNvPr>
                <p:cNvSpPr txBox="1"/>
                <p:nvPr/>
              </p:nvSpPr>
              <p:spPr>
                <a:xfrm>
                  <a:off x="6506554" y="2550838"/>
                  <a:ext cx="472060" cy="22484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FF9300"/>
                  </a:solidFill>
                </a:ln>
              </p:spPr>
              <p:txBody>
                <a:bodyPr wrap="none" lIns="18288" tIns="18288" rIns="18288" bIns="18288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𝑢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4" name="TextBox 3">
                  <a:extLst>
                    <a:ext uri="{FF2B5EF4-FFF2-40B4-BE49-F238E27FC236}">
                      <a16:creationId xmlns:a16="http://schemas.microsoft.com/office/drawing/2014/main" id="{40D88F7C-551C-D23D-80C5-D346B57E6F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554" y="2550838"/>
                  <a:ext cx="472060" cy="224844"/>
                </a:xfrm>
                <a:prstGeom prst="rect">
                  <a:avLst/>
                </a:prstGeom>
                <a:blipFill>
                  <a:blip r:embed="rId5"/>
                  <a:stretch>
                    <a:fillRect l="-10000" r="-5000" b="-15789"/>
                  </a:stretch>
                </a:blipFill>
                <a:ln w="9525">
                  <a:solidFill>
                    <a:srgbClr val="FF93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2B5D88E-E427-B2E5-5630-D871D9701C14}"/>
                    </a:ext>
                  </a:extLst>
                </p:cNvPr>
                <p:cNvSpPr txBox="1"/>
                <p:nvPr/>
              </p:nvSpPr>
              <p:spPr>
                <a:xfrm>
                  <a:off x="6506554" y="3856645"/>
                  <a:ext cx="453067" cy="233976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FF9300"/>
                  </a:solidFill>
                </a:ln>
              </p:spPr>
              <p:txBody>
                <a:bodyPr wrap="none" lIns="18288" tIns="18288" rIns="18288" bIns="18288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𝑙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5" name="TextBox 4">
                  <a:extLst>
                    <a:ext uri="{FF2B5EF4-FFF2-40B4-BE49-F238E27FC236}">
                      <a16:creationId xmlns:a16="http://schemas.microsoft.com/office/drawing/2014/main" id="{42B5D88E-E427-B2E5-5630-D871D9701C1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554" y="3856645"/>
                  <a:ext cx="453067" cy="233976"/>
                </a:xfrm>
                <a:prstGeom prst="rect">
                  <a:avLst/>
                </a:prstGeom>
                <a:blipFill>
                  <a:blip r:embed="rId6"/>
                  <a:stretch>
                    <a:fillRect l="-10526" r="-5263" b="-10000"/>
                  </a:stretch>
                </a:blipFill>
                <a:ln w="9525">
                  <a:solidFill>
                    <a:srgbClr val="FF93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E65A6793-2843-771B-9DDA-FC2F808258D6}"/>
                </a:ext>
              </a:extLst>
            </p:cNvPr>
            <p:cNvSpPr txBox="1"/>
            <p:nvPr/>
          </p:nvSpPr>
          <p:spPr>
            <a:xfrm>
              <a:off x="4777898" y="4587762"/>
              <a:ext cx="899363" cy="34925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9300"/>
              </a:solidFill>
            </a:ln>
          </p:spPr>
          <p:txBody>
            <a:bodyPr wrap="square" lIns="18288" tIns="18288" rIns="18288" bIns="18288" rtlCol="0" anchor="ctr" anchorCtr="0">
              <a:noAutofit/>
            </a:bodyPr>
            <a:lstStyle/>
            <a:p>
              <a:r>
                <a:rPr lang="en-US" sz="1100" dirty="0">
                  <a:latin typeface="Century" panose="02040604050505020304" pitchFamily="18" charset="0"/>
                  <a:cs typeface="Times New Roman" panose="02020603050405020304" pitchFamily="18" charset="0"/>
                </a:rPr>
                <a:t> 3-D sonic</a:t>
              </a:r>
            </a:p>
            <a:p>
              <a:r>
                <a:rPr lang="en-US" sz="1100" dirty="0">
                  <a:latin typeface="Century" panose="02040604050505020304" pitchFamily="18" charset="0"/>
                  <a:cs typeface="Times New Roman" panose="02020603050405020304" pitchFamily="18" charset="0"/>
                </a:rPr>
                <a:t> anemometer 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E2106C22-80BB-60C6-D961-B7E8A443D7C1}"/>
                </a:ext>
              </a:extLst>
            </p:cNvPr>
            <p:cNvSpPr txBox="1"/>
            <p:nvPr/>
          </p:nvSpPr>
          <p:spPr>
            <a:xfrm>
              <a:off x="5928605" y="5114033"/>
              <a:ext cx="711295" cy="349253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9300"/>
              </a:solidFill>
            </a:ln>
          </p:spPr>
          <p:txBody>
            <a:bodyPr wrap="square" lIns="0" tIns="0" rIns="0" bIns="0" rtlCol="0">
              <a:spAutoFit/>
            </a:bodyPr>
            <a:lstStyle/>
            <a:p>
              <a:r>
                <a:rPr lang="en-US" sz="1100" dirty="0">
                  <a:latin typeface="Century" panose="02040604050505020304" pitchFamily="18" charset="0"/>
                  <a:cs typeface="Times New Roman" panose="02020603050405020304" pitchFamily="18" charset="0"/>
                </a:rPr>
                <a:t> Saltation</a:t>
              </a:r>
            </a:p>
            <a:p>
              <a:r>
                <a:rPr lang="en-US" sz="1100" dirty="0">
                  <a:latin typeface="Century" panose="02040604050505020304" pitchFamily="18" charset="0"/>
                  <a:cs typeface="Times New Roman" panose="02020603050405020304" pitchFamily="18" charset="0"/>
                </a:rPr>
                <a:t> Sensor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5AE27E73-3C92-75EE-E3ED-77D71C33A8B3}"/>
                </a:ext>
              </a:extLst>
            </p:cNvPr>
            <p:cNvSpPr txBox="1"/>
            <p:nvPr/>
          </p:nvSpPr>
          <p:spPr>
            <a:xfrm>
              <a:off x="4706792" y="2550838"/>
              <a:ext cx="613999" cy="551211"/>
            </a:xfrm>
            <a:prstGeom prst="rect">
              <a:avLst/>
            </a:prstGeom>
            <a:solidFill>
              <a:schemeClr val="bg1"/>
            </a:solidFill>
            <a:ln w="9525">
              <a:solidFill>
                <a:srgbClr val="FF9300"/>
              </a:solidFill>
            </a:ln>
          </p:spPr>
          <p:txBody>
            <a:bodyPr wrap="square" lIns="18288" tIns="18288" rIns="18288" bIns="18288" rtlCol="0" anchor="ctr" anchorCtr="0">
              <a:noAutofit/>
            </a:bodyPr>
            <a:lstStyle/>
            <a:p>
              <a:r>
                <a:rPr lang="en-US" sz="1100" dirty="0">
                  <a:latin typeface="Century" panose="02040604050505020304" pitchFamily="18" charset="0"/>
                  <a:cs typeface="Times New Roman" panose="02020603050405020304" pitchFamily="18" charset="0"/>
                </a:rPr>
                <a:t>Cloud Droplet Probes</a:t>
              </a:r>
            </a:p>
          </p:txBody>
        </p:sp>
        <p:cxnSp>
          <p:nvCxnSpPr>
            <p:cNvPr id="16" name="Curved Connector 15">
              <a:extLst>
                <a:ext uri="{FF2B5EF4-FFF2-40B4-BE49-F238E27FC236}">
                  <a16:creationId xmlns:a16="http://schemas.microsoft.com/office/drawing/2014/main" id="{D1AF9E0D-5B4E-90BA-EC0C-5447ABE13828}"/>
                </a:ext>
              </a:extLst>
            </p:cNvPr>
            <p:cNvCxnSpPr>
              <a:cxnSpLocks/>
              <a:stCxn id="9" idx="2"/>
            </p:cNvCxnSpPr>
            <p:nvPr/>
          </p:nvCxnSpPr>
          <p:spPr>
            <a:xfrm rot="16200000" flipH="1">
              <a:off x="5058146" y="3057694"/>
              <a:ext cx="780839" cy="869547"/>
            </a:xfrm>
            <a:prstGeom prst="curvedConnector2">
              <a:avLst/>
            </a:prstGeom>
            <a:ln w="12700">
              <a:solidFill>
                <a:srgbClr val="FF9300"/>
              </a:solidFill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7C71612C-9A2B-604A-5065-690C67B377E9}"/>
                </a:ext>
              </a:extLst>
            </p:cNvPr>
            <p:cNvSpPr/>
            <p:nvPr/>
          </p:nvSpPr>
          <p:spPr>
            <a:xfrm>
              <a:off x="2868280" y="2123281"/>
              <a:ext cx="1680809" cy="3492539"/>
            </a:xfrm>
            <a:prstGeom prst="rect">
              <a:avLst/>
            </a:prstGeom>
            <a:gradFill>
              <a:gsLst>
                <a:gs pos="0">
                  <a:schemeClr val="bg1"/>
                </a:gs>
                <a:gs pos="11000">
                  <a:schemeClr val="bg1"/>
                </a:gs>
                <a:gs pos="83000">
                  <a:srgbClr val="EBB675"/>
                </a:gs>
                <a:gs pos="100000">
                  <a:srgbClr val="E28644"/>
                </a:gs>
              </a:gsLst>
              <a:lin ang="5400000" scaled="1"/>
            </a:gradFill>
            <a:ln w="6350"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cxnSp>
          <p:nvCxnSpPr>
            <p:cNvPr id="35" name="Straight Connector 34">
              <a:extLst>
                <a:ext uri="{FF2B5EF4-FFF2-40B4-BE49-F238E27FC236}">
                  <a16:creationId xmlns:a16="http://schemas.microsoft.com/office/drawing/2014/main" id="{9833FA6C-DDC5-F3CB-86C3-C1865FF89AF3}"/>
                </a:ext>
              </a:extLst>
            </p:cNvPr>
            <p:cNvCxnSpPr>
              <a:cxnSpLocks/>
            </p:cNvCxnSpPr>
            <p:nvPr/>
          </p:nvCxnSpPr>
          <p:spPr>
            <a:xfrm>
              <a:off x="2868280" y="3286656"/>
              <a:ext cx="1680809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4E2BD60-96AE-8DEF-A633-5181F7430285}"/>
                    </a:ext>
                  </a:extLst>
                </p:cNvPr>
                <p:cNvSpPr txBox="1"/>
                <p:nvPr/>
              </p:nvSpPr>
              <p:spPr>
                <a:xfrm>
                  <a:off x="2913938" y="5443933"/>
                  <a:ext cx="362920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𝑧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46" name="TextBox 45">
                  <a:extLst>
                    <a:ext uri="{FF2B5EF4-FFF2-40B4-BE49-F238E27FC236}">
                      <a16:creationId xmlns:a16="http://schemas.microsoft.com/office/drawing/2014/main" id="{C4E2BD60-96AE-8DEF-A633-5181F743028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3938" y="5443933"/>
                  <a:ext cx="362920" cy="169277"/>
                </a:xfrm>
                <a:prstGeom prst="rect">
                  <a:avLst/>
                </a:prstGeom>
                <a:blipFill>
                  <a:blip r:embed="rId7"/>
                  <a:stretch>
                    <a:fillRect l="-3333" r="-666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DBF9F02-E4D2-2E1D-8FCF-E7A7C5481076}"/>
                    </a:ext>
                  </a:extLst>
                </p:cNvPr>
                <p:cNvSpPr txBox="1"/>
                <p:nvPr/>
              </p:nvSpPr>
              <p:spPr>
                <a:xfrm>
                  <a:off x="2914976" y="3102049"/>
                  <a:ext cx="413447" cy="16927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𝑧</m:t>
                            </m:r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b>
                        </m:sSub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47" name="TextBox 46">
                  <a:extLst>
                    <a:ext uri="{FF2B5EF4-FFF2-40B4-BE49-F238E27FC236}">
                      <a16:creationId xmlns:a16="http://schemas.microsoft.com/office/drawing/2014/main" id="{DDBF9F02-E4D2-2E1D-8FCF-E7A7C5481076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4976" y="3102049"/>
                  <a:ext cx="413447" cy="169277"/>
                </a:xfrm>
                <a:prstGeom prst="rect">
                  <a:avLst/>
                </a:prstGeom>
                <a:blipFill>
                  <a:blip r:embed="rId8"/>
                  <a:stretch>
                    <a:fillRect l="-2941" b="-714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0" name="Down Arrow 49">
              <a:extLst>
                <a:ext uri="{FF2B5EF4-FFF2-40B4-BE49-F238E27FC236}">
                  <a16:creationId xmlns:a16="http://schemas.microsoft.com/office/drawing/2014/main" id="{E49C90E8-AAC5-DE82-E551-A7E87D3F43A2}"/>
                </a:ext>
              </a:extLst>
            </p:cNvPr>
            <p:cNvSpPr/>
            <p:nvPr/>
          </p:nvSpPr>
          <p:spPr>
            <a:xfrm>
              <a:off x="3529234" y="3286656"/>
              <a:ext cx="126856" cy="334867"/>
            </a:xfrm>
            <a:prstGeom prst="downArrow">
              <a:avLst>
                <a:gd name="adj1" fmla="val 50000"/>
                <a:gd name="adj2" fmla="val 119119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Down Arrow 50">
              <a:extLst>
                <a:ext uri="{FF2B5EF4-FFF2-40B4-BE49-F238E27FC236}">
                  <a16:creationId xmlns:a16="http://schemas.microsoft.com/office/drawing/2014/main" id="{E62793E6-B5D7-483A-4B15-DBB4ED0E816B}"/>
                </a:ext>
              </a:extLst>
            </p:cNvPr>
            <p:cNvSpPr/>
            <p:nvPr/>
          </p:nvSpPr>
          <p:spPr>
            <a:xfrm rot="10800000">
              <a:off x="3529234" y="2951788"/>
              <a:ext cx="126856" cy="334867"/>
            </a:xfrm>
            <a:prstGeom prst="downArrow">
              <a:avLst>
                <a:gd name="adj1" fmla="val 50000"/>
                <a:gd name="adj2" fmla="val 119119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479B1D7-2CF2-059C-ED26-20CD232641F8}"/>
                    </a:ext>
                  </a:extLst>
                </p:cNvPr>
                <p:cNvSpPr txBox="1"/>
                <p:nvPr/>
              </p:nvSpPr>
              <p:spPr>
                <a:xfrm>
                  <a:off x="3656090" y="2863008"/>
                  <a:ext cx="262892" cy="180434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sz="1200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  <m:r>
                          <m:rPr>
                            <m:sty m:val="p"/>
                          </m:rPr>
                          <a:rPr lang="en-US" sz="1200" b="0" i="0" baseline="-25000" smtClean="0">
                            <a:latin typeface="Cambria Math" panose="02040503050406030204" pitchFamily="18" charset="0"/>
                          </a:rPr>
                          <m:t>diff</m:t>
                        </m:r>
                      </m:oMath>
                    </m:oMathPara>
                  </a14:m>
                  <a:endParaRPr lang="en-US" sz="1200" baseline="-25000" dirty="0"/>
                </a:p>
              </p:txBody>
            </p:sp>
          </mc:Choice>
          <mc:Fallback>
            <p:sp>
              <p:nvSpPr>
                <p:cNvPr id="52" name="TextBox 51">
                  <a:extLst>
                    <a:ext uri="{FF2B5EF4-FFF2-40B4-BE49-F238E27FC236}">
                      <a16:creationId xmlns:a16="http://schemas.microsoft.com/office/drawing/2014/main" id="{3479B1D7-2CF2-059C-ED26-20CD232641F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56090" y="2863008"/>
                  <a:ext cx="262892" cy="180434"/>
                </a:xfrm>
                <a:prstGeom prst="rect">
                  <a:avLst/>
                </a:prstGeom>
                <a:blipFill>
                  <a:blip r:embed="rId9"/>
                  <a:stretch>
                    <a:fillRect l="-19048" r="-14286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956C1B6D-4C9C-BD23-6E6B-41ECCC692FEB}"/>
                    </a:ext>
                  </a:extLst>
                </p:cNvPr>
                <p:cNvSpPr txBox="1"/>
                <p:nvPr/>
              </p:nvSpPr>
              <p:spPr>
                <a:xfrm>
                  <a:off x="3662110" y="3510827"/>
                  <a:ext cx="157479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s</m:t>
                            </m:r>
                          </m:sub>
                        </m:sSub>
                      </m:oMath>
                    </m:oMathPara>
                  </a14:m>
                  <a:endParaRPr lang="en-US" sz="1200" i="1" dirty="0"/>
                </a:p>
              </p:txBody>
            </p:sp>
          </mc:Choice>
          <mc:Fallback>
            <p:sp>
              <p:nvSpPr>
                <p:cNvPr id="53" name="TextBox 52">
                  <a:extLst>
                    <a:ext uri="{FF2B5EF4-FFF2-40B4-BE49-F238E27FC236}">
                      <a16:creationId xmlns:a16="http://schemas.microsoft.com/office/drawing/2014/main" id="{956C1B6D-4C9C-BD23-6E6B-41ECCC692FE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62110" y="3510827"/>
                  <a:ext cx="157479" cy="184666"/>
                </a:xfrm>
                <a:prstGeom prst="rect">
                  <a:avLst/>
                </a:prstGeom>
                <a:blipFill>
                  <a:blip r:embed="rId10"/>
                  <a:stretch>
                    <a:fillRect l="-23077" r="-7692" b="-1333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4" name="Down Arrow 53">
              <a:extLst>
                <a:ext uri="{FF2B5EF4-FFF2-40B4-BE49-F238E27FC236}">
                  <a16:creationId xmlns:a16="http://schemas.microsoft.com/office/drawing/2014/main" id="{14A802E5-CD42-0B10-2CA7-2E566E4FCE59}"/>
                </a:ext>
              </a:extLst>
            </p:cNvPr>
            <p:cNvSpPr/>
            <p:nvPr/>
          </p:nvSpPr>
          <p:spPr>
            <a:xfrm>
              <a:off x="3596706" y="5279787"/>
              <a:ext cx="126856" cy="334867"/>
            </a:xfrm>
            <a:prstGeom prst="downArrow">
              <a:avLst>
                <a:gd name="adj1" fmla="val 50000"/>
                <a:gd name="adj2" fmla="val 119119"/>
              </a:avLst>
            </a:prstGeom>
            <a:noFill/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5060E7D-3F29-7749-40A2-D70D7C2398AF}"/>
                    </a:ext>
                  </a:extLst>
                </p:cNvPr>
                <p:cNvSpPr txBox="1"/>
                <p:nvPr/>
              </p:nvSpPr>
              <p:spPr>
                <a:xfrm>
                  <a:off x="3694145" y="5278621"/>
                  <a:ext cx="186781" cy="18466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200" b="0" i="1" smtClean="0">
                                <a:latin typeface="Cambria Math" panose="02040503050406030204" pitchFamily="18" charset="0"/>
                              </a:rPr>
                              <m:t>𝐹</m:t>
                            </m:r>
                          </m:e>
                          <m:sub>
                            <m:r>
                              <m:rPr>
                                <m:sty m:val="p"/>
                              </m:rPr>
                              <a:rPr lang="en-US" sz="1200" b="0" i="0" smtClean="0">
                                <a:latin typeface="Cambria Math" panose="02040503050406030204" pitchFamily="18" charset="0"/>
                              </a:rPr>
                              <m:t>d</m:t>
                            </m:r>
                          </m:sub>
                        </m:sSub>
                      </m:oMath>
                    </m:oMathPara>
                  </a14:m>
                  <a:endParaRPr lang="en-US" sz="1200" i="1" dirty="0"/>
                </a:p>
              </p:txBody>
            </p:sp>
          </mc:Choice>
          <mc:Fallback>
            <p:sp>
              <p:nvSpPr>
                <p:cNvPr id="57" name="TextBox 56">
                  <a:extLst>
                    <a:ext uri="{FF2B5EF4-FFF2-40B4-BE49-F238E27FC236}">
                      <a16:creationId xmlns:a16="http://schemas.microsoft.com/office/drawing/2014/main" id="{05060E7D-3F29-7749-40A2-D70D7C2398A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694145" y="5278621"/>
                  <a:ext cx="186781" cy="184666"/>
                </a:xfrm>
                <a:prstGeom prst="rect">
                  <a:avLst/>
                </a:prstGeom>
                <a:blipFill>
                  <a:blip r:embed="rId11"/>
                  <a:stretch>
                    <a:fillRect l="-12500" r="-12500" b="-1250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DCBF194-E18A-F57F-7A75-2B9AB75FC23C}"/>
                    </a:ext>
                  </a:extLst>
                </p:cNvPr>
                <p:cNvSpPr txBox="1"/>
                <p:nvPr/>
              </p:nvSpPr>
              <p:spPr>
                <a:xfrm>
                  <a:off x="2108979" y="3695960"/>
                  <a:ext cx="472502" cy="32137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lang="en-US" sz="11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𝑑</m:t>
                            </m:r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𝜙</m:t>
                            </m:r>
                          </m:num>
                          <m:den>
                            <m:r>
                              <a:rPr lang="en-US" sz="1100" i="1">
                                <a:latin typeface="Cambria Math" panose="02040503050406030204" pitchFamily="18" charset="0"/>
                              </a:rPr>
                              <m:t>𝑑𝑧</m:t>
                            </m:r>
                          </m:den>
                        </m:f>
                        <m:r>
                          <a:rPr lang="en-US" sz="11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11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58" name="TextBox 57">
                  <a:extLst>
                    <a:ext uri="{FF2B5EF4-FFF2-40B4-BE49-F238E27FC236}">
                      <a16:creationId xmlns:a16="http://schemas.microsoft.com/office/drawing/2014/main" id="{8DCBF194-E18A-F57F-7A75-2B9AB75FC23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108979" y="3695960"/>
                  <a:ext cx="472502" cy="321370"/>
                </a:xfrm>
                <a:prstGeom prst="rect">
                  <a:avLst/>
                </a:prstGeom>
                <a:blipFill>
                  <a:blip r:embed="rId12"/>
                  <a:stretch>
                    <a:fillRect l="-7895" r="-5263" b="-1481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59" name="Left Brace 58">
              <a:extLst>
                <a:ext uri="{FF2B5EF4-FFF2-40B4-BE49-F238E27FC236}">
                  <a16:creationId xmlns:a16="http://schemas.microsoft.com/office/drawing/2014/main" id="{5F869963-7A1B-637E-355B-9D00DC30C1D2}"/>
                </a:ext>
              </a:extLst>
            </p:cNvPr>
            <p:cNvSpPr/>
            <p:nvPr/>
          </p:nvSpPr>
          <p:spPr>
            <a:xfrm rot="10800000" flipH="1">
              <a:off x="2621939" y="2123278"/>
              <a:ext cx="180101" cy="3496765"/>
            </a:xfrm>
            <a:prstGeom prst="leftBrace">
              <a:avLst>
                <a:gd name="adj1" fmla="val 111252"/>
                <a:gd name="adj2" fmla="val 50155"/>
              </a:avLst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48E907FA-8BA1-6E18-5791-BC019E943BC4}"/>
                </a:ext>
              </a:extLst>
            </p:cNvPr>
            <p:cNvGrpSpPr/>
            <p:nvPr/>
          </p:nvGrpSpPr>
          <p:grpSpPr>
            <a:xfrm>
              <a:off x="4163443" y="4488287"/>
              <a:ext cx="233387" cy="492619"/>
              <a:chOff x="8192296" y="4422619"/>
              <a:chExt cx="233387" cy="492619"/>
            </a:xfrm>
          </p:grpSpPr>
          <p:sp>
            <p:nvSpPr>
              <p:cNvPr id="127" name="Arc 126">
                <a:extLst>
                  <a:ext uri="{FF2B5EF4-FFF2-40B4-BE49-F238E27FC236}">
                    <a16:creationId xmlns:a16="http://schemas.microsoft.com/office/drawing/2014/main" id="{1E4170EC-0DDB-B41A-B528-779EB3577DC2}"/>
                  </a:ext>
                </a:extLst>
              </p:cNvPr>
              <p:cNvSpPr/>
              <p:nvPr/>
            </p:nvSpPr>
            <p:spPr>
              <a:xfrm>
                <a:off x="8192296" y="4422619"/>
                <a:ext cx="192745" cy="492619"/>
              </a:xfrm>
              <a:prstGeom prst="arc">
                <a:avLst>
                  <a:gd name="adj1" fmla="val 3393486"/>
                  <a:gd name="adj2" fmla="val 17501191"/>
                </a:avLst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8" name="Oval 127">
                <a:extLst>
                  <a:ext uri="{FF2B5EF4-FFF2-40B4-BE49-F238E27FC236}">
                    <a16:creationId xmlns:a16="http://schemas.microsoft.com/office/drawing/2014/main" id="{1B49B1A1-8A46-7201-A8A4-C7DBC7390911}"/>
                  </a:ext>
                </a:extLst>
              </p:cNvPr>
              <p:cNvSpPr/>
              <p:nvPr/>
            </p:nvSpPr>
            <p:spPr>
              <a:xfrm>
                <a:off x="8354182" y="4607038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9" name="Oval 128">
                <a:extLst>
                  <a:ext uri="{FF2B5EF4-FFF2-40B4-BE49-F238E27FC236}">
                    <a16:creationId xmlns:a16="http://schemas.microsoft.com/office/drawing/2014/main" id="{7071CD26-712E-5D2C-3819-9AE714FCB62D}"/>
                  </a:ext>
                </a:extLst>
              </p:cNvPr>
              <p:cNvSpPr/>
              <p:nvPr/>
            </p:nvSpPr>
            <p:spPr>
              <a:xfrm>
                <a:off x="8389107" y="4629263"/>
                <a:ext cx="36576" cy="27432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0" name="Oval 129">
                <a:extLst>
                  <a:ext uri="{FF2B5EF4-FFF2-40B4-BE49-F238E27FC236}">
                    <a16:creationId xmlns:a16="http://schemas.microsoft.com/office/drawing/2014/main" id="{A5FDFFE8-FAFF-685C-9158-569A1ED786DB}"/>
                  </a:ext>
                </a:extLst>
              </p:cNvPr>
              <p:cNvSpPr/>
              <p:nvPr/>
            </p:nvSpPr>
            <p:spPr>
              <a:xfrm>
                <a:off x="8370057" y="454036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1" name="Oval 130">
                <a:extLst>
                  <a:ext uri="{FF2B5EF4-FFF2-40B4-BE49-F238E27FC236}">
                    <a16:creationId xmlns:a16="http://schemas.microsoft.com/office/drawing/2014/main" id="{17298EE3-4C0B-2B96-7BC4-619F9141F71C}"/>
                  </a:ext>
                </a:extLst>
              </p:cNvPr>
              <p:cNvSpPr/>
              <p:nvPr/>
            </p:nvSpPr>
            <p:spPr>
              <a:xfrm>
                <a:off x="8327765" y="4540635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2" name="Oval 131">
                <a:extLst>
                  <a:ext uri="{FF2B5EF4-FFF2-40B4-BE49-F238E27FC236}">
                    <a16:creationId xmlns:a16="http://schemas.microsoft.com/office/drawing/2014/main" id="{D8A2B035-9E41-E73C-A648-15C3FDFB292B}"/>
                  </a:ext>
                </a:extLst>
              </p:cNvPr>
              <p:cNvSpPr/>
              <p:nvPr/>
            </p:nvSpPr>
            <p:spPr>
              <a:xfrm>
                <a:off x="8331957" y="458481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1BFD9235-2692-3F52-7ACA-C7E2C4B1B972}"/>
                </a:ext>
              </a:extLst>
            </p:cNvPr>
            <p:cNvGrpSpPr/>
            <p:nvPr/>
          </p:nvGrpSpPr>
          <p:grpSpPr>
            <a:xfrm>
              <a:off x="3980052" y="2232520"/>
              <a:ext cx="514145" cy="1562306"/>
              <a:chOff x="8045190" y="2137824"/>
              <a:chExt cx="514145" cy="1562306"/>
            </a:xfrm>
          </p:grpSpPr>
          <p:sp>
            <p:nvSpPr>
              <p:cNvPr id="119" name="Arc 118">
                <a:extLst>
                  <a:ext uri="{FF2B5EF4-FFF2-40B4-BE49-F238E27FC236}">
                    <a16:creationId xmlns:a16="http://schemas.microsoft.com/office/drawing/2014/main" id="{0CFCBB96-B1D0-AF39-3820-1BDFA17A21C3}"/>
                  </a:ext>
                </a:extLst>
              </p:cNvPr>
              <p:cNvSpPr/>
              <p:nvPr/>
            </p:nvSpPr>
            <p:spPr>
              <a:xfrm>
                <a:off x="8054723" y="2137824"/>
                <a:ext cx="504612" cy="1562306"/>
              </a:xfrm>
              <a:prstGeom prst="arc">
                <a:avLst>
                  <a:gd name="adj1" fmla="val 16200000"/>
                  <a:gd name="adj2" fmla="val 14382097"/>
                </a:avLst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0" name="Oval 119">
                <a:extLst>
                  <a:ext uri="{FF2B5EF4-FFF2-40B4-BE49-F238E27FC236}">
                    <a16:creationId xmlns:a16="http://schemas.microsoft.com/office/drawing/2014/main" id="{281BAB8C-C884-EBAD-5DDC-9F2399D6DCCD}"/>
                  </a:ext>
                </a:extLst>
              </p:cNvPr>
              <p:cNvSpPr/>
              <p:nvPr/>
            </p:nvSpPr>
            <p:spPr>
              <a:xfrm>
                <a:off x="8045190" y="2476885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Oval 120">
                <a:extLst>
                  <a:ext uri="{FF2B5EF4-FFF2-40B4-BE49-F238E27FC236}">
                    <a16:creationId xmlns:a16="http://schemas.microsoft.com/office/drawing/2014/main" id="{F85A79AD-8EB7-A383-BCCB-F47EC7D3BAC6}"/>
                  </a:ext>
                </a:extLst>
              </p:cNvPr>
              <p:cNvSpPr/>
              <p:nvPr/>
            </p:nvSpPr>
            <p:spPr>
              <a:xfrm>
                <a:off x="8116057" y="247661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Oval 121">
                <a:extLst>
                  <a:ext uri="{FF2B5EF4-FFF2-40B4-BE49-F238E27FC236}">
                    <a16:creationId xmlns:a16="http://schemas.microsoft.com/office/drawing/2014/main" id="{AF1A3D0F-A9CD-E863-DB82-34A44AD91A14}"/>
                  </a:ext>
                </a:extLst>
              </p:cNvPr>
              <p:cNvSpPr/>
              <p:nvPr/>
            </p:nvSpPr>
            <p:spPr>
              <a:xfrm>
                <a:off x="8049382" y="252106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Oval 122">
                <a:extLst>
                  <a:ext uri="{FF2B5EF4-FFF2-40B4-BE49-F238E27FC236}">
                    <a16:creationId xmlns:a16="http://schemas.microsoft.com/office/drawing/2014/main" id="{D1A5FBB6-7D61-EC85-DD58-5EEE1C75122E}"/>
                  </a:ext>
                </a:extLst>
              </p:cNvPr>
              <p:cNvSpPr/>
              <p:nvPr/>
            </p:nvSpPr>
            <p:spPr>
              <a:xfrm>
                <a:off x="8058907" y="2428988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Oval 123">
                <a:extLst>
                  <a:ext uri="{FF2B5EF4-FFF2-40B4-BE49-F238E27FC236}">
                    <a16:creationId xmlns:a16="http://schemas.microsoft.com/office/drawing/2014/main" id="{EAC87E7B-2859-5208-B66F-D913A8E65898}"/>
                  </a:ext>
                </a:extLst>
              </p:cNvPr>
              <p:cNvSpPr/>
              <p:nvPr/>
            </p:nvSpPr>
            <p:spPr>
              <a:xfrm>
                <a:off x="8131932" y="2409938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Oval 124">
                <a:extLst>
                  <a:ext uri="{FF2B5EF4-FFF2-40B4-BE49-F238E27FC236}">
                    <a16:creationId xmlns:a16="http://schemas.microsoft.com/office/drawing/2014/main" id="{BE19A4E5-D688-D605-1B0B-483585702DC9}"/>
                  </a:ext>
                </a:extLst>
              </p:cNvPr>
              <p:cNvSpPr/>
              <p:nvPr/>
            </p:nvSpPr>
            <p:spPr>
              <a:xfrm>
                <a:off x="8089640" y="2410210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Oval 125">
                <a:extLst>
                  <a:ext uri="{FF2B5EF4-FFF2-40B4-BE49-F238E27FC236}">
                    <a16:creationId xmlns:a16="http://schemas.microsoft.com/office/drawing/2014/main" id="{0381CC55-860D-B266-08B3-FF34CB6EB507}"/>
                  </a:ext>
                </a:extLst>
              </p:cNvPr>
              <p:cNvSpPr/>
              <p:nvPr/>
            </p:nvSpPr>
            <p:spPr>
              <a:xfrm>
                <a:off x="8093832" y="2454388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2" name="Group 61">
              <a:extLst>
                <a:ext uri="{FF2B5EF4-FFF2-40B4-BE49-F238E27FC236}">
                  <a16:creationId xmlns:a16="http://schemas.microsoft.com/office/drawing/2014/main" id="{01C23AE5-8F48-1E03-633B-45101A41CA0F}"/>
                </a:ext>
              </a:extLst>
            </p:cNvPr>
            <p:cNvGrpSpPr/>
            <p:nvPr/>
          </p:nvGrpSpPr>
          <p:grpSpPr>
            <a:xfrm>
              <a:off x="4249723" y="3173926"/>
              <a:ext cx="163366" cy="390750"/>
              <a:chOff x="8231329" y="3021174"/>
              <a:chExt cx="163366" cy="390750"/>
            </a:xfrm>
          </p:grpSpPr>
          <p:sp>
            <p:nvSpPr>
              <p:cNvPr id="114" name="Arc 113">
                <a:extLst>
                  <a:ext uri="{FF2B5EF4-FFF2-40B4-BE49-F238E27FC236}">
                    <a16:creationId xmlns:a16="http://schemas.microsoft.com/office/drawing/2014/main" id="{AFA6DA41-8830-2EF8-D4CD-299232EB04A2}"/>
                  </a:ext>
                </a:extLst>
              </p:cNvPr>
              <p:cNvSpPr/>
              <p:nvPr/>
            </p:nvSpPr>
            <p:spPr>
              <a:xfrm>
                <a:off x="8231329" y="3021174"/>
                <a:ext cx="114680" cy="390750"/>
              </a:xfrm>
              <a:prstGeom prst="arc">
                <a:avLst>
                  <a:gd name="adj1" fmla="val 4039734"/>
                  <a:gd name="adj2" fmla="val 17899358"/>
                </a:avLst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5" name="Oval 114">
                <a:extLst>
                  <a:ext uri="{FF2B5EF4-FFF2-40B4-BE49-F238E27FC236}">
                    <a16:creationId xmlns:a16="http://schemas.microsoft.com/office/drawing/2014/main" id="{3B2C2A19-7705-475E-1653-AEAB568382CC}"/>
                  </a:ext>
                </a:extLst>
              </p:cNvPr>
              <p:cNvSpPr/>
              <p:nvPr/>
            </p:nvSpPr>
            <p:spPr>
              <a:xfrm>
                <a:off x="8316082" y="3194163"/>
                <a:ext cx="36576" cy="27432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6" name="Oval 115">
                <a:extLst>
                  <a:ext uri="{FF2B5EF4-FFF2-40B4-BE49-F238E27FC236}">
                    <a16:creationId xmlns:a16="http://schemas.microsoft.com/office/drawing/2014/main" id="{994DC7A2-D922-1697-9F38-7A5877883C67}"/>
                  </a:ext>
                </a:extLst>
              </p:cNvPr>
              <p:cNvSpPr/>
              <p:nvPr/>
            </p:nvSpPr>
            <p:spPr>
              <a:xfrm>
                <a:off x="8362690" y="3273810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7" name="Oval 116">
                <a:extLst>
                  <a:ext uri="{FF2B5EF4-FFF2-40B4-BE49-F238E27FC236}">
                    <a16:creationId xmlns:a16="http://schemas.microsoft.com/office/drawing/2014/main" id="{9563B661-1162-E2DF-6850-63D6A2753B54}"/>
                  </a:ext>
                </a:extLst>
              </p:cNvPr>
              <p:cNvSpPr/>
              <p:nvPr/>
            </p:nvSpPr>
            <p:spPr>
              <a:xfrm>
                <a:off x="8296015" y="3235710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8" name="Oval 117">
                <a:extLst>
                  <a:ext uri="{FF2B5EF4-FFF2-40B4-BE49-F238E27FC236}">
                    <a16:creationId xmlns:a16="http://schemas.microsoft.com/office/drawing/2014/main" id="{E5BF7B89-2CDA-8008-1C11-B69E44664398}"/>
                  </a:ext>
                </a:extLst>
              </p:cNvPr>
              <p:cNvSpPr/>
              <p:nvPr/>
            </p:nvSpPr>
            <p:spPr>
              <a:xfrm>
                <a:off x="8376407" y="322591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3" name="Group 62">
              <a:extLst>
                <a:ext uri="{FF2B5EF4-FFF2-40B4-BE49-F238E27FC236}">
                  <a16:creationId xmlns:a16="http://schemas.microsoft.com/office/drawing/2014/main" id="{4C43556C-9C44-E377-A14B-DB8A7FBE71FB}"/>
                </a:ext>
              </a:extLst>
            </p:cNvPr>
            <p:cNvGrpSpPr/>
            <p:nvPr/>
          </p:nvGrpSpPr>
          <p:grpSpPr>
            <a:xfrm>
              <a:off x="3537066" y="3789514"/>
              <a:ext cx="438158" cy="914400"/>
              <a:chOff x="8319257" y="3587154"/>
              <a:chExt cx="438158" cy="914400"/>
            </a:xfrm>
          </p:grpSpPr>
          <p:sp>
            <p:nvSpPr>
              <p:cNvPr id="107" name="Arc 106">
                <a:extLst>
                  <a:ext uri="{FF2B5EF4-FFF2-40B4-BE49-F238E27FC236}">
                    <a16:creationId xmlns:a16="http://schemas.microsoft.com/office/drawing/2014/main" id="{A58F4013-1ACE-EF97-C3FC-4E85716A2B9F}"/>
                  </a:ext>
                </a:extLst>
              </p:cNvPr>
              <p:cNvSpPr/>
              <p:nvPr/>
            </p:nvSpPr>
            <p:spPr>
              <a:xfrm>
                <a:off x="8364322" y="3587154"/>
                <a:ext cx="393093" cy="914400"/>
              </a:xfrm>
              <a:prstGeom prst="arc">
                <a:avLst>
                  <a:gd name="adj1" fmla="val 16664678"/>
                  <a:gd name="adj2" fmla="val 8787281"/>
                </a:avLst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Oval 107">
                <a:extLst>
                  <a:ext uri="{FF2B5EF4-FFF2-40B4-BE49-F238E27FC236}">
                    <a16:creationId xmlns:a16="http://schemas.microsoft.com/office/drawing/2014/main" id="{D5298F93-14EC-663D-949F-CF421F2030F0}"/>
                  </a:ext>
                </a:extLst>
              </p:cNvPr>
              <p:cNvSpPr/>
              <p:nvPr/>
            </p:nvSpPr>
            <p:spPr>
              <a:xfrm>
                <a:off x="8319257" y="4035538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Oval 108">
                <a:extLst>
                  <a:ext uri="{FF2B5EF4-FFF2-40B4-BE49-F238E27FC236}">
                    <a16:creationId xmlns:a16="http://schemas.microsoft.com/office/drawing/2014/main" id="{C586D623-903D-8C95-A320-4217432F0327}"/>
                  </a:ext>
                </a:extLst>
              </p:cNvPr>
              <p:cNvSpPr/>
              <p:nvPr/>
            </p:nvSpPr>
            <p:spPr>
              <a:xfrm>
                <a:off x="8354182" y="4057763"/>
                <a:ext cx="36576" cy="27432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0" name="Oval 109">
                <a:extLst>
                  <a:ext uri="{FF2B5EF4-FFF2-40B4-BE49-F238E27FC236}">
                    <a16:creationId xmlns:a16="http://schemas.microsoft.com/office/drawing/2014/main" id="{08AE83F8-848C-2D4D-8600-ECD3AEC177FB}"/>
                  </a:ext>
                </a:extLst>
              </p:cNvPr>
              <p:cNvSpPr/>
              <p:nvPr/>
            </p:nvSpPr>
            <p:spPr>
              <a:xfrm>
                <a:off x="8335132" y="396886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1" name="Oval 110">
                <a:extLst>
                  <a:ext uri="{FF2B5EF4-FFF2-40B4-BE49-F238E27FC236}">
                    <a16:creationId xmlns:a16="http://schemas.microsoft.com/office/drawing/2014/main" id="{6D906A44-5113-ECE1-91BF-7FDC65B6443F}"/>
                  </a:ext>
                </a:extLst>
              </p:cNvPr>
              <p:cNvSpPr/>
              <p:nvPr/>
            </p:nvSpPr>
            <p:spPr>
              <a:xfrm>
                <a:off x="8354182" y="4108563"/>
                <a:ext cx="36576" cy="27432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2" name="Oval 111">
                <a:extLst>
                  <a:ext uri="{FF2B5EF4-FFF2-40B4-BE49-F238E27FC236}">
                    <a16:creationId xmlns:a16="http://schemas.microsoft.com/office/drawing/2014/main" id="{C449DB95-4509-4209-A907-7C7465960B64}"/>
                  </a:ext>
                </a:extLst>
              </p:cNvPr>
              <p:cNvSpPr/>
              <p:nvPr/>
            </p:nvSpPr>
            <p:spPr>
              <a:xfrm>
                <a:off x="8334115" y="4150110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13" name="Oval 112">
                <a:extLst>
                  <a:ext uri="{FF2B5EF4-FFF2-40B4-BE49-F238E27FC236}">
                    <a16:creationId xmlns:a16="http://schemas.microsoft.com/office/drawing/2014/main" id="{DE005C7B-87C0-E68A-4C4F-CD26735C7EA0}"/>
                  </a:ext>
                </a:extLst>
              </p:cNvPr>
              <p:cNvSpPr/>
              <p:nvPr/>
            </p:nvSpPr>
            <p:spPr>
              <a:xfrm>
                <a:off x="8414507" y="4140313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grpSp>
          <p:nvGrpSpPr>
            <p:cNvPr id="64" name="Group 63">
              <a:extLst>
                <a:ext uri="{FF2B5EF4-FFF2-40B4-BE49-F238E27FC236}">
                  <a16:creationId xmlns:a16="http://schemas.microsoft.com/office/drawing/2014/main" id="{3857EFFF-75E0-DBD4-CF9C-B352833F8E69}"/>
                </a:ext>
              </a:extLst>
            </p:cNvPr>
            <p:cNvGrpSpPr/>
            <p:nvPr/>
          </p:nvGrpSpPr>
          <p:grpSpPr>
            <a:xfrm>
              <a:off x="3150218" y="3333543"/>
              <a:ext cx="73025" cy="368830"/>
              <a:chOff x="8704648" y="3073590"/>
              <a:chExt cx="73025" cy="368830"/>
            </a:xfrm>
          </p:grpSpPr>
          <p:sp>
            <p:nvSpPr>
              <p:cNvPr id="94" name="Oval 93">
                <a:extLst>
                  <a:ext uri="{FF2B5EF4-FFF2-40B4-BE49-F238E27FC236}">
                    <a16:creationId xmlns:a16="http://schemas.microsoft.com/office/drawing/2014/main" id="{ED16FE60-8148-F7E5-FA8F-00CA5E50BAD5}"/>
                  </a:ext>
                </a:extLst>
              </p:cNvPr>
              <p:cNvSpPr/>
              <p:nvPr/>
            </p:nvSpPr>
            <p:spPr>
              <a:xfrm>
                <a:off x="8721285" y="3379142"/>
                <a:ext cx="36576" cy="27432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Oval 94">
                <a:extLst>
                  <a:ext uri="{FF2B5EF4-FFF2-40B4-BE49-F238E27FC236}">
                    <a16:creationId xmlns:a16="http://schemas.microsoft.com/office/drawing/2014/main" id="{07D0CF93-C763-4BF2-C15A-4234E3AB5C10}"/>
                  </a:ext>
                </a:extLst>
              </p:cNvPr>
              <p:cNvSpPr/>
              <p:nvPr/>
            </p:nvSpPr>
            <p:spPr>
              <a:xfrm>
                <a:off x="8759385" y="3423860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Oval 95">
                <a:extLst>
                  <a:ext uri="{FF2B5EF4-FFF2-40B4-BE49-F238E27FC236}">
                    <a16:creationId xmlns:a16="http://schemas.microsoft.com/office/drawing/2014/main" id="{02E47CED-8F16-ACE3-99A0-6250CE494EC7}"/>
                  </a:ext>
                </a:extLst>
              </p:cNvPr>
              <p:cNvSpPr/>
              <p:nvPr/>
            </p:nvSpPr>
            <p:spPr>
              <a:xfrm>
                <a:off x="8707568" y="3424132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97" name="Straight Arrow Connector 96">
                <a:extLst>
                  <a:ext uri="{FF2B5EF4-FFF2-40B4-BE49-F238E27FC236}">
                    <a16:creationId xmlns:a16="http://schemas.microsoft.com/office/drawing/2014/main" id="{7EAB2CD8-5E61-432F-D249-B61D6B294A7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398" y="3158674"/>
                <a:ext cx="0" cy="17065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Straight Arrow Connector 97">
                <a:extLst>
                  <a:ext uri="{FF2B5EF4-FFF2-40B4-BE49-F238E27FC236}">
                    <a16:creationId xmlns:a16="http://schemas.microsoft.com/office/drawing/2014/main" id="{A294BAE2-73A6-C48F-4FD4-07BD4ABB3D7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71323" y="3158674"/>
                <a:ext cx="0" cy="21787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Straight Arrow Connector 98">
                <a:extLst>
                  <a:ext uri="{FF2B5EF4-FFF2-40B4-BE49-F238E27FC236}">
                    <a16:creationId xmlns:a16="http://schemas.microsoft.com/office/drawing/2014/main" id="{E89814D4-81CD-146C-AE1E-D825D21D39D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4648" y="3232939"/>
                <a:ext cx="0" cy="16159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Straight Arrow Connector 99">
                <a:extLst>
                  <a:ext uri="{FF2B5EF4-FFF2-40B4-BE49-F238E27FC236}">
                    <a16:creationId xmlns:a16="http://schemas.microsoft.com/office/drawing/2014/main" id="{5E7E80A5-93CE-02C1-14B4-1CECDF02B06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4648" y="3199157"/>
                <a:ext cx="0" cy="250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Straight Arrow Connector 100">
                <a:extLst>
                  <a:ext uri="{FF2B5EF4-FFF2-40B4-BE49-F238E27FC236}">
                    <a16:creationId xmlns:a16="http://schemas.microsoft.com/office/drawing/2014/main" id="{2EE649BE-0587-BCA5-3060-42421BD914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4648" y="3167406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2" name="Straight Arrow Connector 101">
                <a:extLst>
                  <a:ext uri="{FF2B5EF4-FFF2-40B4-BE49-F238E27FC236}">
                    <a16:creationId xmlns:a16="http://schemas.microsoft.com/office/drawing/2014/main" id="{02179C75-88F0-8BB8-B5DA-F001C880CC2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398" y="3100957"/>
                <a:ext cx="0" cy="5136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DF275376-8C3E-B72A-2985-DCF7FD606B3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398" y="3073590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4" name="Straight Arrow Connector 103">
                <a:extLst>
                  <a:ext uri="{FF2B5EF4-FFF2-40B4-BE49-F238E27FC236}">
                    <a16:creationId xmlns:a16="http://schemas.microsoft.com/office/drawing/2014/main" id="{9EB25ED6-555F-BABB-C2C8-DDEBECCA9FF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71323" y="3127565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5" name="Straight Arrow Connector 104">
                <a:extLst>
                  <a:ext uri="{FF2B5EF4-FFF2-40B4-BE49-F238E27FC236}">
                    <a16:creationId xmlns:a16="http://schemas.microsoft.com/office/drawing/2014/main" id="{3E7C85A4-5E94-A9B8-4209-D796D2489E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36398" y="3343465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6" name="Straight Arrow Connector 105">
                <a:extLst>
                  <a:ext uri="{FF2B5EF4-FFF2-40B4-BE49-F238E27FC236}">
                    <a16:creationId xmlns:a16="http://schemas.microsoft.com/office/drawing/2014/main" id="{6DDA2D79-1D9F-D8AB-B0A0-4C38B87906B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04648" y="3142006"/>
                <a:ext cx="0" cy="914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E762F9E0-4461-9DE9-4118-012CD81C455C}"/>
                </a:ext>
              </a:extLst>
            </p:cNvPr>
            <p:cNvGrpSpPr/>
            <p:nvPr/>
          </p:nvGrpSpPr>
          <p:grpSpPr>
            <a:xfrm>
              <a:off x="3415964" y="4983685"/>
              <a:ext cx="73025" cy="368830"/>
              <a:chOff x="8786083" y="4825761"/>
              <a:chExt cx="73025" cy="368830"/>
            </a:xfrm>
          </p:grpSpPr>
          <p:sp>
            <p:nvSpPr>
              <p:cNvPr id="81" name="Oval 80">
                <a:extLst>
                  <a:ext uri="{FF2B5EF4-FFF2-40B4-BE49-F238E27FC236}">
                    <a16:creationId xmlns:a16="http://schemas.microsoft.com/office/drawing/2014/main" id="{9279E13D-095C-A151-237A-06E7032F884B}"/>
                  </a:ext>
                </a:extLst>
              </p:cNvPr>
              <p:cNvSpPr/>
              <p:nvPr/>
            </p:nvSpPr>
            <p:spPr>
              <a:xfrm>
                <a:off x="8802720" y="5131313"/>
                <a:ext cx="36576" cy="27432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2" name="Oval 81">
                <a:extLst>
                  <a:ext uri="{FF2B5EF4-FFF2-40B4-BE49-F238E27FC236}">
                    <a16:creationId xmlns:a16="http://schemas.microsoft.com/office/drawing/2014/main" id="{5864C992-C5AF-A2FD-33FB-34414A76C3A1}"/>
                  </a:ext>
                </a:extLst>
              </p:cNvPr>
              <p:cNvSpPr/>
              <p:nvPr/>
            </p:nvSpPr>
            <p:spPr>
              <a:xfrm>
                <a:off x="8840820" y="5176031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3" name="Oval 82">
                <a:extLst>
                  <a:ext uri="{FF2B5EF4-FFF2-40B4-BE49-F238E27FC236}">
                    <a16:creationId xmlns:a16="http://schemas.microsoft.com/office/drawing/2014/main" id="{84BE85AD-01CE-A178-6FBD-021699CFD326}"/>
                  </a:ext>
                </a:extLst>
              </p:cNvPr>
              <p:cNvSpPr/>
              <p:nvPr/>
            </p:nvSpPr>
            <p:spPr>
              <a:xfrm>
                <a:off x="8789003" y="5176303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84" name="Straight Arrow Connector 83">
                <a:extLst>
                  <a:ext uri="{FF2B5EF4-FFF2-40B4-BE49-F238E27FC236}">
                    <a16:creationId xmlns:a16="http://schemas.microsoft.com/office/drawing/2014/main" id="{2C9CE761-DDAC-B2D9-C98F-481A4B617C4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7833" y="4910845"/>
                <a:ext cx="0" cy="17065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Straight Arrow Connector 84">
                <a:extLst>
                  <a:ext uri="{FF2B5EF4-FFF2-40B4-BE49-F238E27FC236}">
                    <a16:creationId xmlns:a16="http://schemas.microsoft.com/office/drawing/2014/main" id="{14845C55-4183-831D-F4A6-0C740C745B7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52758" y="4910845"/>
                <a:ext cx="0" cy="217876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Straight Arrow Connector 85">
                <a:extLst>
                  <a:ext uri="{FF2B5EF4-FFF2-40B4-BE49-F238E27FC236}">
                    <a16:creationId xmlns:a16="http://schemas.microsoft.com/office/drawing/2014/main" id="{AD7B5E8A-543D-7F8B-037A-15ADA4D561A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6083" y="4985110"/>
                <a:ext cx="0" cy="161591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Straight Arrow Connector 86">
                <a:extLst>
                  <a:ext uri="{FF2B5EF4-FFF2-40B4-BE49-F238E27FC236}">
                    <a16:creationId xmlns:a16="http://schemas.microsoft.com/office/drawing/2014/main" id="{33A3CC28-AFDE-2718-E2A1-BD0B549F3FD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6083" y="4951328"/>
                <a:ext cx="0" cy="25019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Straight Arrow Connector 87">
                <a:extLst>
                  <a:ext uri="{FF2B5EF4-FFF2-40B4-BE49-F238E27FC236}">
                    <a16:creationId xmlns:a16="http://schemas.microsoft.com/office/drawing/2014/main" id="{98859522-E4CD-C748-9BE8-C327BE3F6AE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6083" y="4919577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Straight Arrow Connector 88">
                <a:extLst>
                  <a:ext uri="{FF2B5EF4-FFF2-40B4-BE49-F238E27FC236}">
                    <a16:creationId xmlns:a16="http://schemas.microsoft.com/office/drawing/2014/main" id="{F75FA1B2-0425-D3A3-2B38-1914E6C58F0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7833" y="4853128"/>
                <a:ext cx="0" cy="51367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Straight Arrow Connector 89">
                <a:extLst>
                  <a:ext uri="{FF2B5EF4-FFF2-40B4-BE49-F238E27FC236}">
                    <a16:creationId xmlns:a16="http://schemas.microsoft.com/office/drawing/2014/main" id="{FE5653E6-87B3-738F-10C9-F0921C2C74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7833" y="4825761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Straight Arrow Connector 90">
                <a:extLst>
                  <a:ext uri="{FF2B5EF4-FFF2-40B4-BE49-F238E27FC236}">
                    <a16:creationId xmlns:a16="http://schemas.microsoft.com/office/drawing/2014/main" id="{0ED30F9C-72C7-3E29-0398-069A03C679E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52758" y="4879736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2" name="Straight Arrow Connector 91">
                <a:extLst>
                  <a:ext uri="{FF2B5EF4-FFF2-40B4-BE49-F238E27FC236}">
                    <a16:creationId xmlns:a16="http://schemas.microsoft.com/office/drawing/2014/main" id="{CC14C866-259B-092F-EF93-86D4BBDEF9F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7833" y="5095636"/>
                <a:ext cx="0" cy="18288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Straight Arrow Connector 92">
                <a:extLst>
                  <a:ext uri="{FF2B5EF4-FFF2-40B4-BE49-F238E27FC236}">
                    <a16:creationId xmlns:a16="http://schemas.microsoft.com/office/drawing/2014/main" id="{94B731C8-9575-1167-18A9-30DDA4EFB05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786083" y="4894177"/>
                <a:ext cx="0" cy="9144"/>
              </a:xfrm>
              <a:prstGeom prst="straightConnector1">
                <a:avLst/>
              </a:prstGeom>
              <a:ln w="3175">
                <a:solidFill>
                  <a:schemeClr val="tx1"/>
                </a:solidFill>
                <a:tailEnd type="non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7" name="Group 66">
              <a:extLst>
                <a:ext uri="{FF2B5EF4-FFF2-40B4-BE49-F238E27FC236}">
                  <a16:creationId xmlns:a16="http://schemas.microsoft.com/office/drawing/2014/main" id="{CB57A9D9-BC01-6988-AC46-DBD77E43F0C4}"/>
                </a:ext>
              </a:extLst>
            </p:cNvPr>
            <p:cNvGrpSpPr/>
            <p:nvPr/>
          </p:nvGrpSpPr>
          <p:grpSpPr>
            <a:xfrm>
              <a:off x="3957172" y="4945196"/>
              <a:ext cx="114761" cy="292775"/>
              <a:chOff x="7964254" y="4850500"/>
              <a:chExt cx="114761" cy="292775"/>
            </a:xfrm>
          </p:grpSpPr>
          <p:sp>
            <p:nvSpPr>
              <p:cNvPr id="75" name="Arc 74">
                <a:extLst>
                  <a:ext uri="{FF2B5EF4-FFF2-40B4-BE49-F238E27FC236}">
                    <a16:creationId xmlns:a16="http://schemas.microsoft.com/office/drawing/2014/main" id="{A61A406A-BD01-8AD6-5702-6496AEC58B37}"/>
                  </a:ext>
                </a:extLst>
              </p:cNvPr>
              <p:cNvSpPr/>
              <p:nvPr/>
            </p:nvSpPr>
            <p:spPr>
              <a:xfrm>
                <a:off x="7964335" y="4850500"/>
                <a:ext cx="114680" cy="216423"/>
              </a:xfrm>
              <a:prstGeom prst="arc">
                <a:avLst>
                  <a:gd name="adj1" fmla="val 14776883"/>
                  <a:gd name="adj2" fmla="val 4592000"/>
                </a:avLst>
              </a:prstGeom>
              <a:ln w="6350">
                <a:solidFill>
                  <a:schemeClr val="tx1"/>
                </a:solidFill>
                <a:tailEnd type="triangle" w="sm" len="sm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6" name="Oval 75">
                <a:extLst>
                  <a:ext uri="{FF2B5EF4-FFF2-40B4-BE49-F238E27FC236}">
                    <a16:creationId xmlns:a16="http://schemas.microsoft.com/office/drawing/2014/main" id="{AE282033-FE32-7948-B4FD-840B4EC6D5D7}"/>
                  </a:ext>
                </a:extLst>
              </p:cNvPr>
              <p:cNvSpPr/>
              <p:nvPr/>
            </p:nvSpPr>
            <p:spPr>
              <a:xfrm>
                <a:off x="7984321" y="5049379"/>
                <a:ext cx="36576" cy="27432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7" name="Oval 76">
                <a:extLst>
                  <a:ext uri="{FF2B5EF4-FFF2-40B4-BE49-F238E27FC236}">
                    <a16:creationId xmlns:a16="http://schemas.microsoft.com/office/drawing/2014/main" id="{B8945A76-15C0-8E04-C4E6-9615100FFF9C}"/>
                  </a:ext>
                </a:extLst>
              </p:cNvPr>
              <p:cNvSpPr/>
              <p:nvPr/>
            </p:nvSpPr>
            <p:spPr>
              <a:xfrm>
                <a:off x="8016806" y="5100780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8" name="Oval 77">
                <a:extLst>
                  <a:ext uri="{FF2B5EF4-FFF2-40B4-BE49-F238E27FC236}">
                    <a16:creationId xmlns:a16="http://schemas.microsoft.com/office/drawing/2014/main" id="{DC26D637-EC72-FFB1-BF43-2BC100F7D315}"/>
                  </a:ext>
                </a:extLst>
              </p:cNvPr>
              <p:cNvSpPr/>
              <p:nvPr/>
            </p:nvSpPr>
            <p:spPr>
              <a:xfrm>
                <a:off x="7964254" y="5090926"/>
                <a:ext cx="27432" cy="18288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9" name="Oval 78">
                <a:extLst>
                  <a:ext uri="{FF2B5EF4-FFF2-40B4-BE49-F238E27FC236}">
                    <a16:creationId xmlns:a16="http://schemas.microsoft.com/office/drawing/2014/main" id="{843C9F7F-CD0F-E5CE-A2E4-797D0E7D5480}"/>
                  </a:ext>
                </a:extLst>
              </p:cNvPr>
              <p:cNvSpPr/>
              <p:nvPr/>
            </p:nvSpPr>
            <p:spPr>
              <a:xfrm>
                <a:off x="8044646" y="5081129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80" name="Oval 79">
                <a:extLst>
                  <a:ext uri="{FF2B5EF4-FFF2-40B4-BE49-F238E27FC236}">
                    <a16:creationId xmlns:a16="http://schemas.microsoft.com/office/drawing/2014/main" id="{883620FB-9362-135D-4708-71D0FBD304BF}"/>
                  </a:ext>
                </a:extLst>
              </p:cNvPr>
              <p:cNvSpPr/>
              <p:nvPr/>
            </p:nvSpPr>
            <p:spPr>
              <a:xfrm>
                <a:off x="8013663" y="5134131"/>
                <a:ext cx="18288" cy="9144"/>
              </a:xfrm>
              <a:prstGeom prst="ellipse">
                <a:avLst/>
              </a:prstGeom>
              <a:solidFill>
                <a:srgbClr val="E28644"/>
              </a:solidFill>
              <a:ln w="3175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33" name="Straight Connector 132">
              <a:extLst>
                <a:ext uri="{FF2B5EF4-FFF2-40B4-BE49-F238E27FC236}">
                  <a16:creationId xmlns:a16="http://schemas.microsoft.com/office/drawing/2014/main" id="{94F53B9D-F4DB-85AC-F070-837CD04FF7E1}"/>
                </a:ext>
              </a:extLst>
            </p:cNvPr>
            <p:cNvCxnSpPr>
              <a:cxnSpLocks/>
            </p:cNvCxnSpPr>
            <p:nvPr/>
          </p:nvCxnSpPr>
          <p:spPr>
            <a:xfrm>
              <a:off x="4777898" y="3271326"/>
              <a:ext cx="1658907" cy="0"/>
            </a:xfrm>
            <a:prstGeom prst="line">
              <a:avLst/>
            </a:prstGeom>
            <a:ln w="6350">
              <a:solidFill>
                <a:schemeClr val="tx1"/>
              </a:solidFill>
              <a:prstDash val="dash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7572833-A464-F1E8-98FB-10890CDC0773}"/>
                    </a:ext>
                  </a:extLst>
                </p:cNvPr>
                <p:cNvSpPr txBox="1"/>
                <p:nvPr/>
              </p:nvSpPr>
              <p:spPr>
                <a:xfrm>
                  <a:off x="6506554" y="3158904"/>
                  <a:ext cx="739775" cy="224844"/>
                </a:xfrm>
                <a:prstGeom prst="rect">
                  <a:avLst/>
                </a:prstGeom>
                <a:solidFill>
                  <a:schemeClr val="bg1"/>
                </a:solidFill>
                <a:ln w="9525">
                  <a:solidFill>
                    <a:srgbClr val="FF9300"/>
                  </a:solidFill>
                </a:ln>
              </p:spPr>
              <p:txBody>
                <a:bodyPr wrap="none" lIns="18288" tIns="18288" rIns="18288" bIns="18288" rtlCol="0" anchor="ctr" anchorCtr="0">
                  <a:no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𝑧</m:t>
                                </m:r>
                              </m:e>
                              <m:sub>
                                <m:r>
                                  <a:rPr lang="en-US" sz="1100" b="0" i="1" smtClean="0">
                                    <a:latin typeface="Cambria Math" panose="02040503050406030204" pitchFamily="18" charset="0"/>
                                  </a:rPr>
                                  <m:t>𝑟</m:t>
                                </m:r>
                              </m:sub>
                            </m:s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ad>
                              <m:radPr>
                                <m:degHide m:val="on"/>
                                <m:ctrlPr>
                                  <a:rPr lang="en-US" sz="11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𝑙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𝑧</m:t>
                                    </m:r>
                                  </m:e>
                                  <m:sub>
                                    <m:r>
                                      <a:rPr lang="en-US" sz="1100" i="1">
                                        <a:latin typeface="Cambria Math" panose="02040503050406030204" pitchFamily="18" charset="0"/>
                                      </a:rPr>
                                      <m:t>𝑢</m:t>
                                    </m:r>
                                  </m:sub>
                                </m:sSub>
                              </m:e>
                            </m:rad>
                          </m:e>
                          <m:sub>
                            <m:r>
                              <a:rPr lang="en-US" sz="11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sub>
                        </m:sSub>
                      </m:oMath>
                    </m:oMathPara>
                  </a14:m>
                  <a:endParaRPr lang="en-US" sz="1100" i="1" dirty="0"/>
                </a:p>
              </p:txBody>
            </p:sp>
          </mc:Choice>
          <mc:Fallback>
            <p:sp>
              <p:nvSpPr>
                <p:cNvPr id="135" name="TextBox 134">
                  <a:extLst>
                    <a:ext uri="{FF2B5EF4-FFF2-40B4-BE49-F238E27FC236}">
                      <a16:creationId xmlns:a16="http://schemas.microsoft.com/office/drawing/2014/main" id="{17572833-A464-F1E8-98FB-10890CDC077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06554" y="3158904"/>
                  <a:ext cx="739775" cy="224844"/>
                </a:xfrm>
                <a:prstGeom prst="rect">
                  <a:avLst/>
                </a:prstGeom>
                <a:blipFill>
                  <a:blip r:embed="rId13"/>
                  <a:stretch>
                    <a:fillRect l="-6557" r="-3279" b="-21053"/>
                  </a:stretch>
                </a:blipFill>
                <a:ln w="9525">
                  <a:solidFill>
                    <a:srgbClr val="FF9300"/>
                  </a:solidFill>
                </a:ln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65" name="Arc 164">
              <a:extLst>
                <a:ext uri="{FF2B5EF4-FFF2-40B4-BE49-F238E27FC236}">
                  <a16:creationId xmlns:a16="http://schemas.microsoft.com/office/drawing/2014/main" id="{7495F4C8-0926-FCD2-3003-C069B4CEBF29}"/>
                </a:ext>
              </a:extLst>
            </p:cNvPr>
            <p:cNvSpPr/>
            <p:nvPr/>
          </p:nvSpPr>
          <p:spPr>
            <a:xfrm flipH="1">
              <a:off x="4536468" y="4134317"/>
              <a:ext cx="711295" cy="1328969"/>
            </a:xfrm>
            <a:prstGeom prst="arc">
              <a:avLst>
                <a:gd name="adj1" fmla="val 12743258"/>
                <a:gd name="adj2" fmla="val 16009827"/>
              </a:avLst>
            </a:prstGeom>
            <a:ln w="12700">
              <a:solidFill>
                <a:srgbClr val="FF9300"/>
              </a:solidFill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6" name="Arc 165">
              <a:extLst>
                <a:ext uri="{FF2B5EF4-FFF2-40B4-BE49-F238E27FC236}">
                  <a16:creationId xmlns:a16="http://schemas.microsoft.com/office/drawing/2014/main" id="{923AF5A4-03DA-687E-E4BF-F3FADB901E7B}"/>
                </a:ext>
              </a:extLst>
            </p:cNvPr>
            <p:cNvSpPr/>
            <p:nvPr/>
          </p:nvSpPr>
          <p:spPr>
            <a:xfrm>
              <a:off x="4853632" y="2404336"/>
              <a:ext cx="1294363" cy="858264"/>
            </a:xfrm>
            <a:prstGeom prst="arc">
              <a:avLst>
                <a:gd name="adj1" fmla="val 12663962"/>
                <a:gd name="adj2" fmla="val 19339203"/>
              </a:avLst>
            </a:prstGeom>
            <a:ln w="12700">
              <a:solidFill>
                <a:srgbClr val="FF9300"/>
              </a:solidFill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3" name="Arc 172">
              <a:extLst>
                <a:ext uri="{FF2B5EF4-FFF2-40B4-BE49-F238E27FC236}">
                  <a16:creationId xmlns:a16="http://schemas.microsoft.com/office/drawing/2014/main" id="{9A2AC9CC-64A9-DD49-1AF1-7106B937A251}"/>
                </a:ext>
              </a:extLst>
            </p:cNvPr>
            <p:cNvSpPr/>
            <p:nvPr/>
          </p:nvSpPr>
          <p:spPr>
            <a:xfrm>
              <a:off x="6217276" y="4995174"/>
              <a:ext cx="1226397" cy="441903"/>
            </a:xfrm>
            <a:prstGeom prst="arc">
              <a:avLst>
                <a:gd name="adj1" fmla="val 11394167"/>
                <a:gd name="adj2" fmla="val 16009827"/>
              </a:avLst>
            </a:prstGeom>
            <a:ln w="12700">
              <a:solidFill>
                <a:srgbClr val="FF9300"/>
              </a:solidFill>
              <a:headEnd type="none" w="med" len="med"/>
              <a:tailEnd type="triangle" w="sm" len="sm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A7CCD02B-1A8A-8137-F2D2-3A95E9CB80C7}"/>
                </a:ext>
              </a:extLst>
            </p:cNvPr>
            <p:cNvSpPr txBox="1"/>
            <p:nvPr/>
          </p:nvSpPr>
          <p:spPr>
            <a:xfrm>
              <a:off x="2941445" y="2191069"/>
              <a:ext cx="153953" cy="20621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wrap="none" lIns="18288" tIns="18288" rIns="18288" bIns="18288" rtlCol="0" anchor="ctr" anchorCtr="0">
              <a:spAutoFit/>
            </a:bodyPr>
            <a:lstStyle/>
            <a:p>
              <a:pPr algn="ctr"/>
              <a:r>
                <a:rPr lang="en-US" sz="1100" dirty="0">
                  <a:latin typeface="Century" panose="02040604050505020304" pitchFamily="18" charset="0"/>
                </a:rPr>
                <a:t>a.</a:t>
              </a:r>
            </a:p>
          </p:txBody>
        </p:sp>
        <p:sp>
          <p:nvSpPr>
            <p:cNvPr id="176" name="TextBox 175">
              <a:extLst>
                <a:ext uri="{FF2B5EF4-FFF2-40B4-BE49-F238E27FC236}">
                  <a16:creationId xmlns:a16="http://schemas.microsoft.com/office/drawing/2014/main" id="{50227575-FCC3-D221-C43D-FD56DE945996}"/>
                </a:ext>
              </a:extLst>
            </p:cNvPr>
            <p:cNvSpPr txBox="1"/>
            <p:nvPr/>
          </p:nvSpPr>
          <p:spPr>
            <a:xfrm>
              <a:off x="4706792" y="2191069"/>
              <a:ext cx="153953" cy="206210"/>
            </a:xfrm>
            <a:prstGeom prst="rect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txBody>
            <a:bodyPr wrap="none" lIns="18288" tIns="18288" rIns="18288" bIns="18288" rtlCol="0" anchor="ctr" anchorCtr="0">
              <a:spAutoFit/>
            </a:bodyPr>
            <a:lstStyle/>
            <a:p>
              <a:pPr algn="ctr"/>
              <a:r>
                <a:rPr lang="en-US" sz="1100" dirty="0">
                  <a:latin typeface="Century" panose="02040604050505020304" pitchFamily="18" charset="0"/>
                </a:rPr>
                <a:t>b.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7098627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6711</TotalTime>
  <Words>723</Words>
  <Application>Microsoft Macintosh PowerPoint</Application>
  <PresentationFormat>Widescreen</PresentationFormat>
  <Paragraphs>193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Aptos</vt:lpstr>
      <vt:lpstr>Aptos Display</vt:lpstr>
      <vt:lpstr>Arial</vt:lpstr>
      <vt:lpstr>Cambria Math</vt:lpstr>
      <vt:lpstr>Century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Evan, Amato</dc:creator>
  <cp:lastModifiedBy>Evan, Amato</cp:lastModifiedBy>
  <cp:revision>38</cp:revision>
  <cp:lastPrinted>2025-06-18T13:24:03Z</cp:lastPrinted>
  <dcterms:created xsi:type="dcterms:W3CDTF">2025-03-19T16:12:52Z</dcterms:created>
  <dcterms:modified xsi:type="dcterms:W3CDTF">2026-07-24T22:49:11Z</dcterms:modified>
</cp:coreProperties>
</file>