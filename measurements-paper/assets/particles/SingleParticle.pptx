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>
        <p:scale>
          <a:sx n="116" d="100"/>
          <a:sy n="116" d="100"/>
        </p:scale>
        <p:origin x="10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0DE8-67FE-676D-1360-3E13917D6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50A31-B83F-1B6D-553C-4272112C9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3914-B094-A3B8-FF1B-5B17AE27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9331D-A624-854A-3020-E14E57F2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6B9A-A813-E7F0-B7ED-BB5D14F8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90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B1E8-731A-74CD-F351-849EC11C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8424B-E2A8-EE00-FDF8-230947622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8EDE3-69E9-15FC-365E-F1DAD0B7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C5884-3C87-11D2-AF19-FC4584C9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7EB4B-260A-2B02-C6FF-1E333037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18B91-86CC-D2DF-F5A5-896CC60B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46F79-C8A6-1809-8AEA-27ED02BA9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3A1C0-F81A-8703-8677-2115A0F5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06457-BCAB-141E-C985-13526310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EF5C0-B215-C1C3-46CE-ED2335A9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2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6E5-674F-A5E5-58CC-3EEA8100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FDE1-4E1B-B321-BEBF-41AE0C824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57CF0-609B-0252-5E03-6C16C9C52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437B5-D7F3-3D90-623D-F781550B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362C2-C833-D61E-F5C7-F3D8010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91E18-E7EF-44B4-9396-1BBC6EEA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9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631B-F98A-CEBF-E56E-BBA66F86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8F68F-9C10-798A-A07C-054417BE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6CFCA-F3E8-F711-FF36-2D483FCDE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011B0-808F-68E1-5816-E48871EA5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FE0F2-E16B-E9EA-1231-C6242AB7B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95F972-A71E-FB88-81A3-E6AD50EF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22BE5-C75F-A9FD-2B1E-32A9329B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8D5DE-F7EF-C21C-3EBC-600273A0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A81E-177E-54F3-0E0A-BBAF9D70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C1EF8-039E-246C-FEAA-28B7C74D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F2D1B-6276-F62D-AF5A-344CB23F2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03F4-46B7-C9EC-5CC5-608A9117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69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49E3B-A8B4-AD54-F32B-8F98EE21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56B24-BB98-B45D-775A-5CD03924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C358E-433D-65F3-4AF6-4105D5DB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9915-5527-8A9D-1891-74E47AC2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9BB1-B2C8-7AC2-1832-ECDE578D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B75E2-3689-3117-6AE1-0A000BEAA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DA4AF-07E6-C6CA-0F54-0B77C9BE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78FFB-6602-FCD5-D5F3-80FD7001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95D2-F0D0-BBBE-8B34-239B827A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3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3937-D729-1CDA-3AD8-C3052565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51386-7247-CB04-13AB-783334722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29E4B-34A8-8C09-8098-C43811406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9C1C7-824C-46CB-0612-08EB395C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A9507-0B27-0C19-6DF6-837558AA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A8610-1200-F11A-6C11-681C842E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6E9-D772-64F9-2665-69A9DD67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0F06C-D4B0-3C6C-7D09-B855AB37D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3263E-C111-88EB-75BD-CA2C0970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FD12-F931-B6AE-936A-40362DBE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2536-7182-0521-4054-E79E89EF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0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C8434-A113-A832-4257-0B9FB30E4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E3F00-FAD0-7E24-D92E-411DCE7FE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B2C7-BD4F-43C4-2645-E911C596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1E2A7-1812-8FE8-B23E-746C63A6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DEB3C-4E5C-1D39-FD15-B7F32E91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7A784-7DC2-2E0A-7B9D-FB19DD90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D3B13-562B-1C21-1E37-4C2DCC6D4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D0B6D-D003-290B-828A-BB7364E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A5FE2-4B50-BA4D-B60C-28930A739A4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D26A-CC81-7522-D834-FEC53D207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9F238-B3D2-C4F8-CF2D-30CD1B317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85E2D-D908-984D-BD56-C5C494FC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8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B456D-FF1E-76AA-FCBC-85F34F44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00" r="19943" b="8564"/>
          <a:stretch>
            <a:fillRect/>
          </a:stretch>
        </p:blipFill>
        <p:spPr>
          <a:xfrm>
            <a:off x="3641490" y="4091134"/>
            <a:ext cx="1881422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0D717E-78CB-6A57-11CE-1753BB3B5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41" r="19801" b="8564"/>
          <a:stretch>
            <a:fillRect/>
          </a:stretch>
        </p:blipFill>
        <p:spPr>
          <a:xfrm>
            <a:off x="3641489" y="2262334"/>
            <a:ext cx="1881423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552129-CAD7-60C4-E66B-C66A5FA3F2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41" r="19801" b="8564"/>
          <a:stretch>
            <a:fillRect/>
          </a:stretch>
        </p:blipFill>
        <p:spPr>
          <a:xfrm>
            <a:off x="3641490" y="448540"/>
            <a:ext cx="1881422" cy="182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1DA0D-0424-AD88-02CB-6516D073EE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297" b="9922"/>
          <a:stretch>
            <a:fillRect/>
          </a:stretch>
        </p:blipFill>
        <p:spPr>
          <a:xfrm>
            <a:off x="492267" y="448540"/>
            <a:ext cx="3154366" cy="547139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21155E3-40B2-55C1-4659-D69FD7D7D56B}"/>
              </a:ext>
            </a:extLst>
          </p:cNvPr>
          <p:cNvGrpSpPr/>
          <p:nvPr/>
        </p:nvGrpSpPr>
        <p:grpSpPr>
          <a:xfrm>
            <a:off x="4840292" y="2126914"/>
            <a:ext cx="576795" cy="268558"/>
            <a:chOff x="5381341" y="3939402"/>
            <a:chExt cx="1486184" cy="37224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CAE4D6F-177E-116A-22AA-7CFA83258890}"/>
                </a:ext>
              </a:extLst>
            </p:cNvPr>
            <p:cNvCxnSpPr/>
            <p:nvPr/>
          </p:nvCxnSpPr>
          <p:spPr>
            <a:xfrm>
              <a:off x="5445125" y="4264025"/>
              <a:ext cx="1419225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5D1960B-5EBF-7071-116F-E46E18ABDE02}"/>
                </a:ext>
              </a:extLst>
            </p:cNvPr>
            <p:cNvCxnSpPr>
              <a:cxnSpLocks/>
            </p:cNvCxnSpPr>
            <p:nvPr/>
          </p:nvCxnSpPr>
          <p:spPr>
            <a:xfrm>
              <a:off x="5445125" y="4219575"/>
              <a:ext cx="0" cy="92075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D0539E6-24F7-AC03-D4D3-B14C55B79555}"/>
                </a:ext>
              </a:extLst>
            </p:cNvPr>
            <p:cNvCxnSpPr>
              <a:cxnSpLocks/>
            </p:cNvCxnSpPr>
            <p:nvPr/>
          </p:nvCxnSpPr>
          <p:spPr>
            <a:xfrm>
              <a:off x="6867525" y="4219575"/>
              <a:ext cx="0" cy="92075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41B450-A139-B524-BF55-E3444838EDFC}"/>
                </a:ext>
              </a:extLst>
            </p:cNvPr>
            <p:cNvSpPr txBox="1"/>
            <p:nvPr/>
          </p:nvSpPr>
          <p:spPr>
            <a:xfrm>
              <a:off x="5381341" y="3939402"/>
              <a:ext cx="1425793" cy="3412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Century" panose="02040604050505020304" pitchFamily="18" charset="0"/>
                </a:rPr>
                <a:t>50 </a:t>
              </a:r>
              <a:r>
                <a:rPr lang="el-GR" sz="1000" dirty="0">
                  <a:solidFill>
                    <a:schemeClr val="bg1"/>
                  </a:solidFill>
                  <a:latin typeface="Century" panose="02040604050505020304" pitchFamily="18" charset="0"/>
                </a:rPr>
                <a:t>μ</a:t>
              </a:r>
              <a:r>
                <a:rPr lang="en-US" sz="1000" dirty="0">
                  <a:solidFill>
                    <a:schemeClr val="bg1"/>
                  </a:solidFill>
                  <a:latin typeface="Century" panose="02040604050505020304" pitchFamily="18" charset="0"/>
                </a:rPr>
                <a:t>m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C0345EF-B914-8423-613C-20D83D0A5F65}"/>
              </a:ext>
            </a:extLst>
          </p:cNvPr>
          <p:cNvSpPr txBox="1"/>
          <p:nvPr/>
        </p:nvSpPr>
        <p:spPr>
          <a:xfrm>
            <a:off x="3659474" y="51478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entury" panose="02040604050505020304" pitchFamily="18" charset="0"/>
              </a:rPr>
              <a:t>b.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175CAF-03AC-B910-3472-8682BC22F08F}"/>
              </a:ext>
            </a:extLst>
          </p:cNvPr>
          <p:cNvSpPr txBox="1"/>
          <p:nvPr/>
        </p:nvSpPr>
        <p:spPr>
          <a:xfrm>
            <a:off x="3644031" y="2268265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entury" panose="02040604050505020304" pitchFamily="18" charset="0"/>
              </a:rPr>
              <a:t>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CB2A9F-37C1-1D51-D099-75CA0B63226E}"/>
              </a:ext>
            </a:extLst>
          </p:cNvPr>
          <p:cNvSpPr txBox="1"/>
          <p:nvPr/>
        </p:nvSpPr>
        <p:spPr>
          <a:xfrm>
            <a:off x="3659474" y="4172381"/>
            <a:ext cx="3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entury" panose="02040604050505020304" pitchFamily="18" charset="0"/>
              </a:rPr>
              <a:t>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F2497-EAE5-C7F1-DE33-DC309D1FB15F}"/>
              </a:ext>
            </a:extLst>
          </p:cNvPr>
          <p:cNvSpPr txBox="1"/>
          <p:nvPr/>
        </p:nvSpPr>
        <p:spPr>
          <a:xfrm>
            <a:off x="585768" y="51478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entury" panose="02040604050505020304" pitchFamily="18" charset="0"/>
              </a:rPr>
              <a:t>a.</a:t>
            </a:r>
          </a:p>
        </p:txBody>
      </p:sp>
    </p:spTree>
    <p:extLst>
      <p:ext uri="{BB962C8B-B14F-4D97-AF65-F5344CB8AC3E}">
        <p14:creationId xmlns:p14="http://schemas.microsoft.com/office/powerpoint/2010/main" val="266330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Century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Evan, Amato</dc:creator>
  <cp:lastModifiedBy>Evan, Amato</cp:lastModifiedBy>
  <cp:revision>4</cp:revision>
  <dcterms:created xsi:type="dcterms:W3CDTF">2026-07-27T22:28:02Z</dcterms:created>
  <dcterms:modified xsi:type="dcterms:W3CDTF">2026-07-27T22:53:19Z</dcterms:modified>
</cp:coreProperties>
</file>